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57A99-A475-4B56-9123-2E10164F4D1F}" v="25" dt="2026-02-10T22:11:42.773"/>
    <p1510:client id="{1516F2A0-8FDB-4B88-B490-4A64C0497344}" v="29" dt="2026-02-10T00:20:31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ł Bartłomiejczyk" userId="7e6776f88022f5b7" providerId="LiveId" clId="{E85C2F21-BBFB-4282-96D5-2840ADBA20AC}"/>
    <pc:docChg chg="undo custSel addSld delSld modSld sldOrd">
      <pc:chgData name="Michał Bartłomiejczyk" userId="7e6776f88022f5b7" providerId="LiveId" clId="{E85C2F21-BBFB-4282-96D5-2840ADBA20AC}" dt="2026-02-10T22:14:54.293" v="808" actId="20577"/>
      <pc:docMkLst>
        <pc:docMk/>
      </pc:docMkLst>
      <pc:sldChg chg="addSp delSp modSp new del mod modClrScheme chgLayout">
        <pc:chgData name="Michał Bartłomiejczyk" userId="7e6776f88022f5b7" providerId="LiveId" clId="{E85C2F21-BBFB-4282-96D5-2840ADBA20AC}" dt="2026-02-10T22:05:21.703" v="479" actId="47"/>
        <pc:sldMkLst>
          <pc:docMk/>
          <pc:sldMk cId="1904095934" sldId="256"/>
        </pc:sldMkLst>
        <pc:spChg chg="add mod ord">
          <ac:chgData name="Michał Bartłomiejczyk" userId="7e6776f88022f5b7" providerId="LiveId" clId="{E85C2F21-BBFB-4282-96D5-2840ADBA20AC}" dt="2026-02-10T00:38:04.306" v="470" actId="20577"/>
          <ac:spMkLst>
            <pc:docMk/>
            <pc:sldMk cId="1904095934" sldId="256"/>
            <ac:spMk id="2" creationId="{39D21957-FA5D-02D1-AA74-FDFFD9A0FE54}"/>
          </ac:spMkLst>
        </pc:spChg>
        <pc:spChg chg="del">
          <ac:chgData name="Michał Bartłomiejczyk" userId="7e6776f88022f5b7" providerId="LiveId" clId="{E85C2F21-BBFB-4282-96D5-2840ADBA20AC}" dt="2026-02-10T00:05:24.963" v="1" actId="478"/>
          <ac:spMkLst>
            <pc:docMk/>
            <pc:sldMk cId="1904095934" sldId="256"/>
            <ac:spMk id="2" creationId="{C1DE941C-53D9-9DB4-EDA3-81A0D5A9BD0C}"/>
          </ac:spMkLst>
        </pc:spChg>
        <pc:spChg chg="del">
          <ac:chgData name="Michał Bartłomiejczyk" userId="7e6776f88022f5b7" providerId="LiveId" clId="{E85C2F21-BBFB-4282-96D5-2840ADBA20AC}" dt="2026-02-10T00:05:25.935" v="2" actId="478"/>
          <ac:spMkLst>
            <pc:docMk/>
            <pc:sldMk cId="1904095934" sldId="256"/>
            <ac:spMk id="3" creationId="{E5DB1989-501C-E477-9D89-376BAA0BD07D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4" creationId="{5909E4E7-A8CA-DC9F-DF0C-E506423B06A3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7" creationId="{70B3F7C5-F12D-EDCB-44C5-B3F90961CC4E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1" creationId="{7BE46831-3A10-ED49-CFF7-29BA73984A63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5" creationId="{891CF079-8EFE-617F-77C5-B79CD898DBED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7" creationId="{62FA1278-CAFC-B2DD-3C07-562D85230338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19" creationId="{E589DCDD-D8D5-E97F-3A6D-F04C1129DD1D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21" creationId="{7EAB08B8-F184-04CA-B6D8-1BA9428A4041}"/>
          </ac:spMkLst>
        </pc:spChg>
        <pc:spChg chg="add mod">
          <ac:chgData name="Michał Bartłomiejczyk" userId="7e6776f88022f5b7" providerId="LiveId" clId="{E85C2F21-BBFB-4282-96D5-2840ADBA20AC}" dt="2026-02-10T00:37:34.831" v="465" actId="1076"/>
          <ac:spMkLst>
            <pc:docMk/>
            <pc:sldMk cId="1904095934" sldId="256"/>
            <ac:spMk id="45" creationId="{6BC05D20-386B-A079-17E0-FC0BCD37A1D4}"/>
          </ac:spMkLst>
        </pc:spChg>
        <pc:cxnChg chg="add mod">
          <ac:chgData name="Michał Bartłomiejczyk" userId="7e6776f88022f5b7" providerId="LiveId" clId="{E85C2F21-BBFB-4282-96D5-2840ADBA20AC}" dt="2026-02-10T00:37:34.831" v="465" actId="1076"/>
          <ac:cxnSpMkLst>
            <pc:docMk/>
            <pc:sldMk cId="1904095934" sldId="256"/>
            <ac:cxnSpMk id="6" creationId="{C1C34638-9B9F-3C54-0BA1-11AC0C91EA94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12" creationId="{2AB81CAA-D028-87C6-F1B2-F298D22AE600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16" creationId="{55D28973-4233-4572-57F5-5399B64DC362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18" creationId="{AA2F2CF5-891D-98B9-DD27-CF9FAB071DB2}"/>
          </ac:cxnSpMkLst>
        </pc:cxnChg>
        <pc:cxnChg chg="add mod">
          <ac:chgData name="Michał Bartłomiejczyk" userId="7e6776f88022f5b7" providerId="LiveId" clId="{E85C2F21-BBFB-4282-96D5-2840ADBA20AC}" dt="2026-02-10T00:07:49.208" v="73" actId="14100"/>
          <ac:cxnSpMkLst>
            <pc:docMk/>
            <pc:sldMk cId="1904095934" sldId="256"/>
            <ac:cxnSpMk id="20" creationId="{9B032921-C647-0393-33B6-1134DEDED919}"/>
          </ac:cxnSpMkLst>
        </pc:cxnChg>
        <pc:cxnChg chg="add mod">
          <ac:chgData name="Michał Bartłomiejczyk" userId="7e6776f88022f5b7" providerId="LiveId" clId="{E85C2F21-BBFB-4282-96D5-2840ADBA20AC}" dt="2026-02-10T00:37:34.831" v="465" actId="1076"/>
          <ac:cxnSpMkLst>
            <pc:docMk/>
            <pc:sldMk cId="1904095934" sldId="256"/>
            <ac:cxnSpMk id="22" creationId="{2E7059D8-267A-4345-9D56-946C82382250}"/>
          </ac:cxnSpMkLst>
        </pc:cxnChg>
        <pc:cxnChg chg="add mod">
          <ac:chgData name="Michał Bartłomiejczyk" userId="7e6776f88022f5b7" providerId="LiveId" clId="{E85C2F21-BBFB-4282-96D5-2840ADBA20AC}" dt="2026-02-10T00:08:17.988" v="96" actId="408"/>
          <ac:cxnSpMkLst>
            <pc:docMk/>
            <pc:sldMk cId="1904095934" sldId="256"/>
            <ac:cxnSpMk id="46" creationId="{61C0BEA7-E73F-C695-2B5F-A1897880DA81}"/>
          </ac:cxnSpMkLst>
        </pc:cxnChg>
      </pc:sldChg>
      <pc:sldChg chg="addSp delSp modSp new del mod">
        <pc:chgData name="Michał Bartłomiejczyk" userId="7e6776f88022f5b7" providerId="LiveId" clId="{E85C2F21-BBFB-4282-96D5-2840ADBA20AC}" dt="2026-02-10T22:05:21.703" v="479" actId="47"/>
        <pc:sldMkLst>
          <pc:docMk/>
          <pc:sldMk cId="2084949260" sldId="257"/>
        </pc:sldMkLst>
        <pc:spChg chg="del">
          <ac:chgData name="Michał Bartłomiejczyk" userId="7e6776f88022f5b7" providerId="LiveId" clId="{E85C2F21-BBFB-4282-96D5-2840ADBA20AC}" dt="2026-02-10T00:08:44.495" v="98" actId="478"/>
          <ac:spMkLst>
            <pc:docMk/>
            <pc:sldMk cId="2084949260" sldId="257"/>
            <ac:spMk id="2" creationId="{D70EB5E6-F175-A768-AE6C-BF4C4F60723C}"/>
          </ac:spMkLst>
        </pc:spChg>
        <pc:spChg chg="del">
          <ac:chgData name="Michał Bartłomiejczyk" userId="7e6776f88022f5b7" providerId="LiveId" clId="{E85C2F21-BBFB-4282-96D5-2840ADBA20AC}" dt="2026-02-10T00:08:44.495" v="98" actId="478"/>
          <ac:spMkLst>
            <pc:docMk/>
            <pc:sldMk cId="2084949260" sldId="257"/>
            <ac:spMk id="3" creationId="{B729F8FC-0F8B-54E5-DA71-D3D49C656E46}"/>
          </ac:spMkLst>
        </pc:spChg>
        <pc:spChg chg="add mod">
          <ac:chgData name="Michał Bartłomiejczyk" userId="7e6776f88022f5b7" providerId="LiveId" clId="{E85C2F21-BBFB-4282-96D5-2840ADBA20AC}" dt="2026-02-10T00:22:04.054" v="446" actId="20577"/>
          <ac:spMkLst>
            <pc:docMk/>
            <pc:sldMk cId="2084949260" sldId="257"/>
            <ac:spMk id="4" creationId="{C986AF5E-45F6-D531-676C-89A0A711D817}"/>
          </ac:spMkLst>
        </pc:spChg>
        <pc:spChg chg="add mod">
          <ac:chgData name="Michał Bartłomiejczyk" userId="7e6776f88022f5b7" providerId="LiveId" clId="{E85C2F21-BBFB-4282-96D5-2840ADBA20AC}" dt="2026-02-10T00:14:51.230" v="186" actId="20577"/>
          <ac:spMkLst>
            <pc:docMk/>
            <pc:sldMk cId="2084949260" sldId="257"/>
            <ac:spMk id="6" creationId="{675608BF-5F62-1BBD-6549-9E358215921C}"/>
          </ac:spMkLst>
        </pc:spChg>
        <pc:spChg chg="add mod">
          <ac:chgData name="Michał Bartłomiejczyk" userId="7e6776f88022f5b7" providerId="LiveId" clId="{E85C2F21-BBFB-4282-96D5-2840ADBA20AC}" dt="2026-02-10T00:23:12.156" v="447" actId="20577"/>
          <ac:spMkLst>
            <pc:docMk/>
            <pc:sldMk cId="2084949260" sldId="257"/>
            <ac:spMk id="7" creationId="{CB8F2AD6-EF26-3BD3-392E-C8058A12E4D7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9" creationId="{F903B639-E0AC-CFF3-707F-5E11FA47DF05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11" creationId="{5CEFD85D-0E91-17BF-752F-3EA029E85A9A}"/>
          </ac:spMkLst>
        </pc:spChg>
        <pc:spChg chg="add del mod">
          <ac:chgData name="Michał Bartłomiejczyk" userId="7e6776f88022f5b7" providerId="LiveId" clId="{E85C2F21-BBFB-4282-96D5-2840ADBA20AC}" dt="2026-02-10T00:11:05.175" v="131" actId="478"/>
          <ac:spMkLst>
            <pc:docMk/>
            <pc:sldMk cId="2084949260" sldId="257"/>
            <ac:spMk id="13" creationId="{ADF96EF4-48F1-BA1E-F8A1-722E501298F8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15" creationId="{8FA19E4E-A4B5-9038-4609-477E9A5A68A2}"/>
          </ac:spMkLst>
        </pc:spChg>
        <pc:spChg chg="add del mod">
          <ac:chgData name="Michał Bartłomiejczyk" userId="7e6776f88022f5b7" providerId="LiveId" clId="{E85C2F21-BBFB-4282-96D5-2840ADBA20AC}" dt="2026-02-10T00:15:04.310" v="187" actId="478"/>
          <ac:spMkLst>
            <pc:docMk/>
            <pc:sldMk cId="2084949260" sldId="257"/>
            <ac:spMk id="17" creationId="{283D7EFE-9616-0034-730F-99F20317DF1D}"/>
          </ac:spMkLst>
        </pc:spChg>
        <pc:cxnChg chg="add mod">
          <ac:chgData name="Michał Bartłomiejczyk" userId="7e6776f88022f5b7" providerId="LiveId" clId="{E85C2F21-BBFB-4282-96D5-2840ADBA20AC}" dt="2026-02-10T00:15:09.980" v="189" actId="1076"/>
          <ac:cxnSpMkLst>
            <pc:docMk/>
            <pc:sldMk cId="2084949260" sldId="257"/>
            <ac:cxnSpMk id="8" creationId="{0945711E-A88F-840A-70E9-F3D68019EB36}"/>
          </ac:cxnSpMkLst>
        </pc:cxnChg>
        <pc:cxnChg chg="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0" creationId="{65030DEF-8B07-3224-58DF-3E1FA8881DDB}"/>
          </ac:cxnSpMkLst>
        </pc:cxnChg>
        <pc:cxnChg chg="add 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2" creationId="{B73FAE70-FD7C-FF03-3737-232B14BFB299}"/>
          </ac:cxnSpMkLst>
        </pc:cxnChg>
        <pc:cxnChg chg="del mod">
          <ac:chgData name="Michał Bartłomiejczyk" userId="7e6776f88022f5b7" providerId="LiveId" clId="{E85C2F21-BBFB-4282-96D5-2840ADBA20AC}" dt="2026-02-10T00:11:06.700" v="132" actId="478"/>
          <ac:cxnSpMkLst>
            <pc:docMk/>
            <pc:sldMk cId="2084949260" sldId="257"/>
            <ac:cxnSpMk id="14" creationId="{147446B4-70CD-D296-9B63-064CD7755316}"/>
          </ac:cxnSpMkLst>
        </pc:cxnChg>
        <pc:cxnChg chg="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6" creationId="{0C07F39F-8A0F-59A0-3E81-84CD467F3300}"/>
          </ac:cxnSpMkLst>
        </pc:cxnChg>
        <pc:cxnChg chg="del mod">
          <ac:chgData name="Michał Bartłomiejczyk" userId="7e6776f88022f5b7" providerId="LiveId" clId="{E85C2F21-BBFB-4282-96D5-2840ADBA20AC}" dt="2026-02-10T00:15:06.454" v="188" actId="478"/>
          <ac:cxnSpMkLst>
            <pc:docMk/>
            <pc:sldMk cId="2084949260" sldId="257"/>
            <ac:cxnSpMk id="18" creationId="{5D35EE3B-2A4D-9AE3-2BF4-1E816792FFC4}"/>
          </ac:cxnSpMkLst>
        </pc:cxnChg>
      </pc:sldChg>
      <pc:sldChg chg="addSp delSp modSp add del mod">
        <pc:chgData name="Michał Bartłomiejczyk" userId="7e6776f88022f5b7" providerId="LiveId" clId="{E85C2F21-BBFB-4282-96D5-2840ADBA20AC}" dt="2026-02-10T22:05:21.703" v="479" actId="47"/>
        <pc:sldMkLst>
          <pc:docMk/>
          <pc:sldMk cId="2813788321" sldId="258"/>
        </pc:sldMkLst>
        <pc:spChg chg="mod">
          <ac:chgData name="Michał Bartłomiejczyk" userId="7e6776f88022f5b7" providerId="LiveId" clId="{E85C2F21-BBFB-4282-96D5-2840ADBA20AC}" dt="2026-02-10T00:21:56.940" v="443" actId="20577"/>
          <ac:spMkLst>
            <pc:docMk/>
            <pc:sldMk cId="2813788321" sldId="258"/>
            <ac:spMk id="4" creationId="{1E779696-08A6-9ED2-67DE-29580E19F834}"/>
          </ac:spMkLst>
        </pc:spChg>
        <pc:spChg chg="mod">
          <ac:chgData name="Michał Bartłomiejczyk" userId="7e6776f88022f5b7" providerId="LiveId" clId="{E85C2F21-BBFB-4282-96D5-2840ADBA20AC}" dt="2026-02-10T13:09:18.786" v="472" actId="20577"/>
          <ac:spMkLst>
            <pc:docMk/>
            <pc:sldMk cId="2813788321" sldId="258"/>
            <ac:spMk id="6" creationId="{4CA695EF-14F0-45CC-F117-B7FD6AE7896E}"/>
          </ac:spMkLst>
        </pc:spChg>
        <pc:spChg chg="mod">
          <ac:chgData name="Michał Bartłomiejczyk" userId="7e6776f88022f5b7" providerId="LiveId" clId="{E85C2F21-BBFB-4282-96D5-2840ADBA20AC}" dt="2026-02-10T13:09:21.817" v="474" actId="20577"/>
          <ac:spMkLst>
            <pc:docMk/>
            <pc:sldMk cId="2813788321" sldId="258"/>
            <ac:spMk id="7" creationId="{E6782091-CCA8-D1D8-A4E2-CD2DDA28BD70}"/>
          </ac:spMkLst>
        </pc:spChg>
        <pc:spChg chg="mod">
          <ac:chgData name="Michał Bartłomiejczyk" userId="7e6776f88022f5b7" providerId="LiveId" clId="{E85C2F21-BBFB-4282-96D5-2840ADBA20AC}" dt="2026-02-10T13:09:23.036" v="475" actId="20577"/>
          <ac:spMkLst>
            <pc:docMk/>
            <pc:sldMk cId="2813788321" sldId="258"/>
            <ac:spMk id="9" creationId="{3FAB7B55-FB75-6CB7-B8BE-3D0F793D72F4}"/>
          </ac:spMkLst>
        </pc:spChg>
        <pc:spChg chg="mod">
          <ac:chgData name="Michał Bartłomiejczyk" userId="7e6776f88022f5b7" providerId="LiveId" clId="{E85C2F21-BBFB-4282-96D5-2840ADBA20AC}" dt="2026-02-10T13:09:25.529" v="476" actId="20577"/>
          <ac:spMkLst>
            <pc:docMk/>
            <pc:sldMk cId="2813788321" sldId="258"/>
            <ac:spMk id="11" creationId="{3F0537D7-89C1-B599-0250-6C1B67385D57}"/>
          </ac:spMkLst>
        </pc:spChg>
        <pc:spChg chg="mod">
          <ac:chgData name="Michał Bartłomiejczyk" userId="7e6776f88022f5b7" providerId="LiveId" clId="{E85C2F21-BBFB-4282-96D5-2840ADBA20AC}" dt="2026-02-10T13:09:30.183" v="478" actId="20577"/>
          <ac:spMkLst>
            <pc:docMk/>
            <pc:sldMk cId="2813788321" sldId="258"/>
            <ac:spMk id="15" creationId="{436855DB-4E4B-0922-8AC6-6F70240FDE07}"/>
          </ac:spMkLst>
        </pc:spChg>
        <pc:spChg chg="mod">
          <ac:chgData name="Michał Bartłomiejczyk" userId="7e6776f88022f5b7" providerId="LiveId" clId="{E85C2F21-BBFB-4282-96D5-2840ADBA20AC}" dt="2026-02-10T13:09:26.980" v="477" actId="20577"/>
          <ac:spMkLst>
            <pc:docMk/>
            <pc:sldMk cId="2813788321" sldId="258"/>
            <ac:spMk id="17" creationId="{AB165562-1DBF-FF9A-20D5-0B1CE01D7E03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1" creationId="{6975E18D-1F73-D9DC-9184-DAAC1031D501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2" creationId="{1BFCFA85-D1FD-EB30-A13A-4CA3FC935F82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3" creationId="{19891FC1-EF81-360A-9807-CCD9D7F82219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4" creationId="{8443B836-9BBE-060A-6443-9E5E1028F53A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5" creationId="{DAB8F270-5DCF-11CB-C775-B344E4E94009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6" creationId="{5FEADD9D-4DE5-7076-4BA8-F406A1AE03F2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27" creationId="{40682B0D-ED66-7D98-3A9B-4AB2A3EAE51D}"/>
          </ac:spMkLst>
        </pc:spChg>
        <pc:spChg chg="add mod">
          <ac:chgData name="Michał Bartłomiejczyk" userId="7e6776f88022f5b7" providerId="LiveId" clId="{E85C2F21-BBFB-4282-96D5-2840ADBA20AC}" dt="2026-02-10T00:12:10.877" v="137" actId="571"/>
          <ac:spMkLst>
            <pc:docMk/>
            <pc:sldMk cId="2813788321" sldId="258"/>
            <ac:spMk id="28" creationId="{B8EAC63E-0B68-AAB2-705B-80CC483F69EA}"/>
          </ac:spMkLst>
        </pc:spChg>
        <pc:spChg chg="add mod">
          <ac:chgData name="Michał Bartłomiejczyk" userId="7e6776f88022f5b7" providerId="LiveId" clId="{E85C2F21-BBFB-4282-96D5-2840ADBA20AC}" dt="2026-02-10T00:12:10.877" v="137" actId="571"/>
          <ac:spMkLst>
            <pc:docMk/>
            <pc:sldMk cId="2813788321" sldId="258"/>
            <ac:spMk id="29" creationId="{4DC02D62-BBB9-F20A-98A1-B613678213BD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30" creationId="{99500CD1-7CB1-2448-A176-35D9E92AE127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31" creationId="{72B647B8-6464-B707-38A9-BAB04B96FCFB}"/>
          </ac:spMkLst>
        </pc:spChg>
        <pc:spChg chg="add del mod">
          <ac:chgData name="Michał Bartłomiejczyk" userId="7e6776f88022f5b7" providerId="LiveId" clId="{E85C2F21-BBFB-4282-96D5-2840ADBA20AC}" dt="2026-02-10T00:21:03.819" v="393" actId="478"/>
          <ac:spMkLst>
            <pc:docMk/>
            <pc:sldMk cId="2813788321" sldId="258"/>
            <ac:spMk id="32" creationId="{3A9291C2-774D-C3B2-597B-C527251B7F14}"/>
          </ac:spMkLst>
        </pc:spChg>
        <pc:cxnChg chg="add del mod">
          <ac:chgData name="Michał Bartłomiejczyk" userId="7e6776f88022f5b7" providerId="LiveId" clId="{E85C2F21-BBFB-4282-96D5-2840ADBA20AC}" dt="2026-02-10T00:21:06.489" v="394" actId="478"/>
          <ac:cxnSpMkLst>
            <pc:docMk/>
            <pc:sldMk cId="2813788321" sldId="258"/>
            <ac:cxnSpMk id="33" creationId="{E43F9488-6415-3DA9-88C9-736E8D05E726}"/>
          </ac:cxnSpMkLst>
        </pc:cxnChg>
      </pc:sldChg>
      <pc:sldChg chg="addSp delSp modSp add del mod ord">
        <pc:chgData name="Michał Bartłomiejczyk" userId="7e6776f88022f5b7" providerId="LiveId" clId="{E85C2F21-BBFB-4282-96D5-2840ADBA20AC}" dt="2026-02-10T22:05:21.703" v="479" actId="47"/>
        <pc:sldMkLst>
          <pc:docMk/>
          <pc:sldMk cId="2796327275" sldId="259"/>
        </pc:sldMkLst>
        <pc:spChg chg="mod">
          <ac:chgData name="Michał Bartłomiejczyk" userId="7e6776f88022f5b7" providerId="LiveId" clId="{E85C2F21-BBFB-4282-96D5-2840ADBA20AC}" dt="2026-02-10T00:16:59.189" v="236" actId="20577"/>
          <ac:spMkLst>
            <pc:docMk/>
            <pc:sldMk cId="2796327275" sldId="259"/>
            <ac:spMk id="4" creationId="{28F615D9-CB16-48AD-566B-9B9B6B37AB68}"/>
          </ac:spMkLst>
        </pc:spChg>
        <pc:spChg chg="mod">
          <ac:chgData name="Michał Bartłomiejczyk" userId="7e6776f88022f5b7" providerId="LiveId" clId="{E85C2F21-BBFB-4282-96D5-2840ADBA20AC}" dt="2026-02-10T00:15:51.548" v="218" actId="20577"/>
          <ac:spMkLst>
            <pc:docMk/>
            <pc:sldMk cId="2796327275" sldId="259"/>
            <ac:spMk id="7" creationId="{BBEF8515-E84C-1329-E714-F5E7062DE68F}"/>
          </ac:spMkLst>
        </pc:spChg>
        <pc:spChg chg="mod">
          <ac:chgData name="Michał Bartłomiejczyk" userId="7e6776f88022f5b7" providerId="LiveId" clId="{E85C2F21-BBFB-4282-96D5-2840ADBA20AC}" dt="2026-02-10T00:16:41.009" v="232" actId="1076"/>
          <ac:spMkLst>
            <pc:docMk/>
            <pc:sldMk cId="2796327275" sldId="259"/>
            <ac:spMk id="11" creationId="{1D8EE453-8C1B-8A1A-179F-903630BC6485}"/>
          </ac:spMkLst>
        </pc:spChg>
        <pc:spChg chg="mod">
          <ac:chgData name="Michał Bartłomiejczyk" userId="7e6776f88022f5b7" providerId="LiveId" clId="{E85C2F21-BBFB-4282-96D5-2840ADBA20AC}" dt="2026-02-10T00:16:41.009" v="232" actId="1076"/>
          <ac:spMkLst>
            <pc:docMk/>
            <pc:sldMk cId="2796327275" sldId="259"/>
            <ac:spMk id="15" creationId="{F58FB5BC-1BF2-A748-1790-5B4820E9BC94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17" creationId="{1C6D6F48-A6D3-C0D5-FD2F-1C7E7C1573DB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19" creationId="{9A477B19-43C1-2806-9FB1-4526EC71832A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21" creationId="{D512AEB5-3838-7E62-A8CC-B95575474EBC}"/>
          </ac:spMkLst>
        </pc:spChg>
        <pc:spChg chg="del">
          <ac:chgData name="Michał Bartłomiejczyk" userId="7e6776f88022f5b7" providerId="LiveId" clId="{E85C2F21-BBFB-4282-96D5-2840ADBA20AC}" dt="2026-02-10T00:16:30.326" v="229" actId="478"/>
          <ac:spMkLst>
            <pc:docMk/>
            <pc:sldMk cId="2796327275" sldId="259"/>
            <ac:spMk id="45" creationId="{4521CD5D-5E2B-B609-300F-F39AC14DD92C}"/>
          </ac:spMkLst>
        </pc:spChg>
        <pc:graphicFrameChg chg="add mod">
          <ac:chgData name="Michał Bartłomiejczyk" userId="7e6776f88022f5b7" providerId="LiveId" clId="{E85C2F21-BBFB-4282-96D5-2840ADBA20AC}" dt="2026-02-10T00:16:00.066" v="219"/>
          <ac:graphicFrameMkLst>
            <pc:docMk/>
            <pc:sldMk cId="2796327275" sldId="259"/>
            <ac:graphicFrameMk id="2" creationId="{9DC7CBDD-50CD-20DF-E7CF-6093D7402E63}"/>
          </ac:graphicFrameMkLst>
        </pc:graphicFrameChg>
        <pc:graphicFrameChg chg="add mod">
          <ac:chgData name="Michał Bartłomiejczyk" userId="7e6776f88022f5b7" providerId="LiveId" clId="{E85C2F21-BBFB-4282-96D5-2840ADBA20AC}" dt="2026-02-10T00:16:54.461" v="233"/>
          <ac:graphicFrameMkLst>
            <pc:docMk/>
            <pc:sldMk cId="2796327275" sldId="259"/>
            <ac:graphicFrameMk id="9" creationId="{298333D8-83B5-4C5A-F568-711CE7067EDE}"/>
          </ac:graphicFrameMkLst>
        </pc:graphicFrameChg>
        <pc:cxnChg chg="mod">
          <ac:chgData name="Michał Bartłomiejczyk" userId="7e6776f88022f5b7" providerId="LiveId" clId="{E85C2F21-BBFB-4282-96D5-2840ADBA20AC}" dt="2026-02-10T00:16:41.009" v="232" actId="1076"/>
          <ac:cxnSpMkLst>
            <pc:docMk/>
            <pc:sldMk cId="2796327275" sldId="259"/>
            <ac:cxnSpMk id="12" creationId="{7AB22FF2-9F2D-862E-F3FF-8A6591BB8D9A}"/>
          </ac:cxnSpMkLst>
        </pc:cxnChg>
        <pc:cxnChg chg="mod">
          <ac:chgData name="Michał Bartłomiejczyk" userId="7e6776f88022f5b7" providerId="LiveId" clId="{E85C2F21-BBFB-4282-96D5-2840ADBA20AC}" dt="2026-02-10T00:16:41.009" v="232" actId="1076"/>
          <ac:cxnSpMkLst>
            <pc:docMk/>
            <pc:sldMk cId="2796327275" sldId="259"/>
            <ac:cxnSpMk id="16" creationId="{402B8EB3-361D-D601-3DA2-556FCCE3B7F1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18" creationId="{6F7125A8-E5F9-892C-653F-71AA6E9F9924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20" creationId="{6C14107D-EC44-BF84-6823-2B0BD79B824E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22" creationId="{B300248D-6404-405A-33AD-17CC173E826C}"/>
          </ac:cxnSpMkLst>
        </pc:cxnChg>
        <pc:cxnChg chg="del mod">
          <ac:chgData name="Michał Bartłomiejczyk" userId="7e6776f88022f5b7" providerId="LiveId" clId="{E85C2F21-BBFB-4282-96D5-2840ADBA20AC}" dt="2026-02-10T00:16:35.465" v="230" actId="478"/>
          <ac:cxnSpMkLst>
            <pc:docMk/>
            <pc:sldMk cId="2796327275" sldId="259"/>
            <ac:cxnSpMk id="46" creationId="{E75E8C0A-31A6-4268-A465-DF052AEAE3B0}"/>
          </ac:cxnSpMkLst>
        </pc:cxnChg>
      </pc:sldChg>
      <pc:sldChg chg="modSp add del mod ord">
        <pc:chgData name="Michał Bartłomiejczyk" userId="7e6776f88022f5b7" providerId="LiveId" clId="{E85C2F21-BBFB-4282-96D5-2840ADBA20AC}" dt="2026-02-10T22:05:21.703" v="479" actId="47"/>
        <pc:sldMkLst>
          <pc:docMk/>
          <pc:sldMk cId="3149178295" sldId="260"/>
        </pc:sldMkLst>
        <pc:spChg chg="mod">
          <ac:chgData name="Michał Bartłomiejczyk" userId="7e6776f88022f5b7" providerId="LiveId" clId="{E85C2F21-BBFB-4282-96D5-2840ADBA20AC}" dt="2026-02-10T00:17:27.984" v="249" actId="20577"/>
          <ac:spMkLst>
            <pc:docMk/>
            <pc:sldMk cId="3149178295" sldId="260"/>
            <ac:spMk id="4" creationId="{E196790E-BD65-96F9-0D81-9667D986C7FA}"/>
          </ac:spMkLst>
        </pc:spChg>
        <pc:spChg chg="mod">
          <ac:chgData name="Michał Bartłomiejczyk" userId="7e6776f88022f5b7" providerId="LiveId" clId="{E85C2F21-BBFB-4282-96D5-2840ADBA20AC}" dt="2026-02-10T00:17:36.333" v="263" actId="20577"/>
          <ac:spMkLst>
            <pc:docMk/>
            <pc:sldMk cId="3149178295" sldId="260"/>
            <ac:spMk id="6" creationId="{43AD4368-7C8B-9CC8-CBD7-2AE1147BF0DC}"/>
          </ac:spMkLst>
        </pc:spChg>
        <pc:spChg chg="mod">
          <ac:chgData name="Michał Bartłomiejczyk" userId="7e6776f88022f5b7" providerId="LiveId" clId="{E85C2F21-BBFB-4282-96D5-2840ADBA20AC}" dt="2026-02-10T00:17:45.299" v="285" actId="20577"/>
          <ac:spMkLst>
            <pc:docMk/>
            <pc:sldMk cId="3149178295" sldId="260"/>
            <ac:spMk id="7" creationId="{C7961BD3-A86E-F2C7-85CE-A5DEBA34A26B}"/>
          </ac:spMkLst>
        </pc:spChg>
      </pc:sldChg>
      <pc:sldChg chg="addSp modSp add del mod">
        <pc:chgData name="Michał Bartłomiejczyk" userId="7e6776f88022f5b7" providerId="LiveId" clId="{E85C2F21-BBFB-4282-96D5-2840ADBA20AC}" dt="2026-02-10T22:05:21.703" v="479" actId="47"/>
        <pc:sldMkLst>
          <pc:docMk/>
          <pc:sldMk cId="2577430292" sldId="261"/>
        </pc:sldMkLst>
        <pc:spChg chg="add mod">
          <ac:chgData name="Michał Bartłomiejczyk" userId="7e6776f88022f5b7" providerId="LiveId" clId="{E85C2F21-BBFB-4282-96D5-2840ADBA20AC}" dt="2026-02-10T00:18:44.109" v="308" actId="571"/>
          <ac:spMkLst>
            <pc:docMk/>
            <pc:sldMk cId="2577430292" sldId="261"/>
            <ac:spMk id="3" creationId="{52B68953-C447-5226-F9DC-8FCF1147EE72}"/>
          </ac:spMkLst>
        </pc:spChg>
        <pc:spChg chg="mod">
          <ac:chgData name="Michał Bartłomiejczyk" userId="7e6776f88022f5b7" providerId="LiveId" clId="{E85C2F21-BBFB-4282-96D5-2840ADBA20AC}" dt="2026-02-10T00:18:15.140" v="299" actId="20577"/>
          <ac:spMkLst>
            <pc:docMk/>
            <pc:sldMk cId="2577430292" sldId="261"/>
            <ac:spMk id="4" creationId="{5095B8AC-C8DB-6A62-3573-A9688D222185}"/>
          </ac:spMkLst>
        </pc:spChg>
        <pc:spChg chg="mod">
          <ac:chgData name="Michał Bartłomiejczyk" userId="7e6776f88022f5b7" providerId="LiveId" clId="{E85C2F21-BBFB-4282-96D5-2840ADBA20AC}" dt="2026-02-10T00:18:26.658" v="300" actId="20577"/>
          <ac:spMkLst>
            <pc:docMk/>
            <pc:sldMk cId="2577430292" sldId="261"/>
            <ac:spMk id="6" creationId="{3D15F700-7401-3EB5-2AB7-3CAE119C0306}"/>
          </ac:spMkLst>
        </pc:spChg>
        <pc:spChg chg="mod">
          <ac:chgData name="Michał Bartłomiejczyk" userId="7e6776f88022f5b7" providerId="LiveId" clId="{E85C2F21-BBFB-4282-96D5-2840ADBA20AC}" dt="2026-02-10T00:18:55.908" v="333" actId="20577"/>
          <ac:spMkLst>
            <pc:docMk/>
            <pc:sldMk cId="2577430292" sldId="261"/>
            <ac:spMk id="7" creationId="{BF4A4595-16A7-77EB-3BE7-FD4A5439A385}"/>
          </ac:spMkLst>
        </pc:spChg>
        <pc:cxnChg chg="add mod">
          <ac:chgData name="Michał Bartłomiejczyk" userId="7e6776f88022f5b7" providerId="LiveId" clId="{E85C2F21-BBFB-4282-96D5-2840ADBA20AC}" dt="2026-02-10T00:20:35.851" v="392" actId="14100"/>
          <ac:cxnSpMkLst>
            <pc:docMk/>
            <pc:sldMk cId="2577430292" sldId="261"/>
            <ac:cxnSpMk id="9" creationId="{A4042233-D0AA-63C9-3290-C3E0DBB14EBE}"/>
          </ac:cxnSpMkLst>
        </pc:cxnChg>
      </pc:sldChg>
      <pc:sldChg chg="addSp delSp modSp add mod">
        <pc:chgData name="Michał Bartłomiejczyk" userId="7e6776f88022f5b7" providerId="LiveId" clId="{E85C2F21-BBFB-4282-96D5-2840ADBA20AC}" dt="2026-02-10T22:14:54.293" v="808" actId="20577"/>
        <pc:sldMkLst>
          <pc:docMk/>
          <pc:sldMk cId="3393043911" sldId="262"/>
        </pc:sldMkLst>
        <pc:spChg chg="mod">
          <ac:chgData name="Michał Bartłomiejczyk" userId="7e6776f88022f5b7" providerId="LiveId" clId="{E85C2F21-BBFB-4282-96D5-2840ADBA20AC}" dt="2026-02-10T22:12:41.944" v="803" actId="1076"/>
          <ac:spMkLst>
            <pc:docMk/>
            <pc:sldMk cId="3393043911" sldId="262"/>
            <ac:spMk id="3" creationId="{CC60E6FF-8A5B-828B-69A9-6DD324402CEC}"/>
          </ac:spMkLst>
        </pc:spChg>
        <pc:spChg chg="mod">
          <ac:chgData name="Michał Bartłomiejczyk" userId="7e6776f88022f5b7" providerId="LiveId" clId="{E85C2F21-BBFB-4282-96D5-2840ADBA20AC}" dt="2026-02-10T22:07:23.864" v="516" actId="20577"/>
          <ac:spMkLst>
            <pc:docMk/>
            <pc:sldMk cId="3393043911" sldId="262"/>
            <ac:spMk id="4" creationId="{EC570598-9472-E1E3-A793-BFFDA9C10B28}"/>
          </ac:spMkLst>
        </pc:spChg>
        <pc:spChg chg="mod">
          <ac:chgData name="Michał Bartłomiejczyk" userId="7e6776f88022f5b7" providerId="LiveId" clId="{E85C2F21-BBFB-4282-96D5-2840ADBA20AC}" dt="2026-02-10T22:12:45.625" v="804" actId="1076"/>
          <ac:spMkLst>
            <pc:docMk/>
            <pc:sldMk cId="3393043911" sldId="262"/>
            <ac:spMk id="6" creationId="{82D3DEC3-C500-9409-C567-22E989F5E64F}"/>
          </ac:spMkLst>
        </pc:spChg>
        <pc:spChg chg="del">
          <ac:chgData name="Michał Bartłomiejczyk" userId="7e6776f88022f5b7" providerId="LiveId" clId="{E85C2F21-BBFB-4282-96D5-2840ADBA20AC}" dt="2026-02-10T00:20:23.046" v="386" actId="478"/>
          <ac:spMkLst>
            <pc:docMk/>
            <pc:sldMk cId="3393043911" sldId="262"/>
            <ac:spMk id="7" creationId="{53A59632-F2C1-04FC-41C1-4FEDA5FFD866}"/>
          </ac:spMkLst>
        </pc:spChg>
        <pc:spChg chg="add del mod">
          <ac:chgData name="Michał Bartłomiejczyk" userId="7e6776f88022f5b7" providerId="LiveId" clId="{E85C2F21-BBFB-4282-96D5-2840ADBA20AC}" dt="2026-02-10T22:08:16.198" v="553" actId="478"/>
          <ac:spMkLst>
            <pc:docMk/>
            <pc:sldMk cId="3393043911" sldId="262"/>
            <ac:spMk id="9" creationId="{FD0CF76A-AF3E-4361-D408-01B9D8D1BC91}"/>
          </ac:spMkLst>
        </pc:spChg>
        <pc:spChg chg="add del mod">
          <ac:chgData name="Michał Bartłomiejczyk" userId="7e6776f88022f5b7" providerId="LiveId" clId="{E85C2F21-BBFB-4282-96D5-2840ADBA20AC}" dt="2026-02-10T22:08:16.198" v="553" actId="478"/>
          <ac:spMkLst>
            <pc:docMk/>
            <pc:sldMk cId="3393043911" sldId="262"/>
            <ac:spMk id="10" creationId="{8841CE76-3885-0875-4CAA-605DD54D35BB}"/>
          </ac:spMkLst>
        </pc:spChg>
        <pc:spChg chg="add del mod">
          <ac:chgData name="Michał Bartłomiejczyk" userId="7e6776f88022f5b7" providerId="LiveId" clId="{E85C2F21-BBFB-4282-96D5-2840ADBA20AC}" dt="2026-02-10T22:08:16.198" v="553" actId="478"/>
          <ac:spMkLst>
            <pc:docMk/>
            <pc:sldMk cId="3393043911" sldId="262"/>
            <ac:spMk id="11" creationId="{EDBB8908-F77A-FE56-3432-0A9ADB7EC8CC}"/>
          </ac:spMkLst>
        </pc:spChg>
        <pc:spChg chg="add mod">
          <ac:chgData name="Michał Bartłomiejczyk" userId="7e6776f88022f5b7" providerId="LiveId" clId="{E85C2F21-BBFB-4282-96D5-2840ADBA20AC}" dt="2026-02-10T22:08:45.849" v="580" actId="1076"/>
          <ac:spMkLst>
            <pc:docMk/>
            <pc:sldMk cId="3393043911" sldId="262"/>
            <ac:spMk id="30" creationId="{3222921B-684E-16E8-2FE3-6EB0DD4F8840}"/>
          </ac:spMkLst>
        </pc:spChg>
        <pc:spChg chg="add mod">
          <ac:chgData name="Michał Bartłomiejczyk" userId="7e6776f88022f5b7" providerId="LiveId" clId="{E85C2F21-BBFB-4282-96D5-2840ADBA20AC}" dt="2026-02-10T22:10:13.396" v="630" actId="1076"/>
          <ac:spMkLst>
            <pc:docMk/>
            <pc:sldMk cId="3393043911" sldId="262"/>
            <ac:spMk id="31" creationId="{78B86204-D3A6-A352-A5E6-8940D83EBEBA}"/>
          </ac:spMkLst>
        </pc:spChg>
        <pc:spChg chg="add mod">
          <ac:chgData name="Michał Bartłomiejczyk" userId="7e6776f88022f5b7" providerId="LiveId" clId="{E85C2F21-BBFB-4282-96D5-2840ADBA20AC}" dt="2026-02-10T22:10:14.906" v="631" actId="1076"/>
          <ac:spMkLst>
            <pc:docMk/>
            <pc:sldMk cId="3393043911" sldId="262"/>
            <ac:spMk id="32" creationId="{BF4EA364-C6EF-8BF4-CE0E-65DCD1A6BC97}"/>
          </ac:spMkLst>
        </pc:spChg>
        <pc:spChg chg="add mod">
          <ac:chgData name="Michał Bartłomiejczyk" userId="7e6776f88022f5b7" providerId="LiveId" clId="{E85C2F21-BBFB-4282-96D5-2840ADBA20AC}" dt="2026-02-10T22:10:16.293" v="632" actId="1076"/>
          <ac:spMkLst>
            <pc:docMk/>
            <pc:sldMk cId="3393043911" sldId="262"/>
            <ac:spMk id="33" creationId="{CB44123A-8E0A-6585-2643-BFD66B0C1F12}"/>
          </ac:spMkLst>
        </pc:spChg>
        <pc:spChg chg="add mod">
          <ac:chgData name="Michał Bartłomiejczyk" userId="7e6776f88022f5b7" providerId="LiveId" clId="{E85C2F21-BBFB-4282-96D5-2840ADBA20AC}" dt="2026-02-10T22:10:21.676" v="635" actId="1076"/>
          <ac:spMkLst>
            <pc:docMk/>
            <pc:sldMk cId="3393043911" sldId="262"/>
            <ac:spMk id="34" creationId="{EE87AB38-A802-1043-B458-58CBD7CDDDE1}"/>
          </ac:spMkLst>
        </pc:spChg>
        <pc:spChg chg="add mod">
          <ac:chgData name="Michał Bartłomiejczyk" userId="7e6776f88022f5b7" providerId="LiveId" clId="{E85C2F21-BBFB-4282-96D5-2840ADBA20AC}" dt="2026-02-10T22:10:24.909" v="636" actId="1076"/>
          <ac:spMkLst>
            <pc:docMk/>
            <pc:sldMk cId="3393043911" sldId="262"/>
            <ac:spMk id="35" creationId="{488DFFEB-C6EF-7533-7B34-DE15120FD428}"/>
          </ac:spMkLst>
        </pc:spChg>
        <pc:spChg chg="add mod">
          <ac:chgData name="Michał Bartłomiejczyk" userId="7e6776f88022f5b7" providerId="LiveId" clId="{E85C2F21-BBFB-4282-96D5-2840ADBA20AC}" dt="2026-02-10T22:11:30.882" v="668" actId="207"/>
          <ac:spMkLst>
            <pc:docMk/>
            <pc:sldMk cId="3393043911" sldId="262"/>
            <ac:spMk id="63" creationId="{9431D42F-6C9F-224B-CFF4-CD6C0F2F3E10}"/>
          </ac:spMkLst>
        </pc:spChg>
        <pc:spChg chg="add mod">
          <ac:chgData name="Michał Bartłomiejczyk" userId="7e6776f88022f5b7" providerId="LiveId" clId="{E85C2F21-BBFB-4282-96D5-2840ADBA20AC}" dt="2026-02-10T22:11:30.882" v="668" actId="207"/>
          <ac:spMkLst>
            <pc:docMk/>
            <pc:sldMk cId="3393043911" sldId="262"/>
            <ac:spMk id="64" creationId="{AACC8284-3602-39C5-CB06-DD6448F20F63}"/>
          </ac:spMkLst>
        </pc:spChg>
        <pc:spChg chg="add mod">
          <ac:chgData name="Michał Bartłomiejczyk" userId="7e6776f88022f5b7" providerId="LiveId" clId="{E85C2F21-BBFB-4282-96D5-2840ADBA20AC}" dt="2026-02-10T22:14:48.929" v="807" actId="20577"/>
          <ac:spMkLst>
            <pc:docMk/>
            <pc:sldMk cId="3393043911" sldId="262"/>
            <ac:spMk id="65" creationId="{99455D79-380B-49B3-F940-1F626A31E4DC}"/>
          </ac:spMkLst>
        </pc:spChg>
        <pc:spChg chg="add mod">
          <ac:chgData name="Michał Bartłomiejczyk" userId="7e6776f88022f5b7" providerId="LiveId" clId="{E85C2F21-BBFB-4282-96D5-2840ADBA20AC}" dt="2026-02-10T22:11:30.882" v="668" actId="207"/>
          <ac:spMkLst>
            <pc:docMk/>
            <pc:sldMk cId="3393043911" sldId="262"/>
            <ac:spMk id="66" creationId="{2D3DD8A9-A19A-34AE-B090-B4BD520281D2}"/>
          </ac:spMkLst>
        </pc:spChg>
        <pc:spChg chg="add mod">
          <ac:chgData name="Michał Bartłomiejczyk" userId="7e6776f88022f5b7" providerId="LiveId" clId="{E85C2F21-BBFB-4282-96D5-2840ADBA20AC}" dt="2026-02-10T22:14:54.293" v="808" actId="20577"/>
          <ac:spMkLst>
            <pc:docMk/>
            <pc:sldMk cId="3393043911" sldId="262"/>
            <ac:spMk id="67" creationId="{F8FB65B7-7743-303C-7027-6F3558D50A43}"/>
          </ac:spMkLst>
        </pc:spChg>
        <pc:spChg chg="add mod">
          <ac:chgData name="Michał Bartłomiejczyk" userId="7e6776f88022f5b7" providerId="LiveId" clId="{E85C2F21-BBFB-4282-96D5-2840ADBA20AC}" dt="2026-02-10T22:11:30.882" v="668" actId="207"/>
          <ac:spMkLst>
            <pc:docMk/>
            <pc:sldMk cId="3393043911" sldId="262"/>
            <ac:spMk id="68" creationId="{67E96F8D-D7C8-5D0A-4DED-93453DAD81D4}"/>
          </ac:spMkLst>
        </pc:spChg>
        <pc:spChg chg="add mod">
          <ac:chgData name="Michał Bartłomiejczyk" userId="7e6776f88022f5b7" providerId="LiveId" clId="{E85C2F21-BBFB-4282-96D5-2840ADBA20AC}" dt="2026-02-10T22:12:26.437" v="802" actId="1076"/>
          <ac:spMkLst>
            <pc:docMk/>
            <pc:sldMk cId="3393043911" sldId="262"/>
            <ac:spMk id="69" creationId="{17B84D4A-DFB3-5F78-66DC-04BB74E21E27}"/>
          </ac:spMkLst>
        </pc:spChg>
        <pc:spChg chg="add mod">
          <ac:chgData name="Michał Bartłomiejczyk" userId="7e6776f88022f5b7" providerId="LiveId" clId="{E85C2F21-BBFB-4282-96D5-2840ADBA20AC}" dt="2026-02-10T22:12:22.455" v="801" actId="1076"/>
          <ac:spMkLst>
            <pc:docMk/>
            <pc:sldMk cId="3393043911" sldId="262"/>
            <ac:spMk id="70" creationId="{9B60A3E6-8253-F840-1FAB-0E8052907B82}"/>
          </ac:spMkLst>
        </pc:spChg>
        <pc:cxnChg chg="mod">
          <ac:chgData name="Michał Bartłomiejczyk" userId="7e6776f88022f5b7" providerId="LiveId" clId="{E85C2F21-BBFB-4282-96D5-2840ADBA20AC}" dt="2026-02-10T22:12:45.625" v="804" actId="1076"/>
          <ac:cxnSpMkLst>
            <pc:docMk/>
            <pc:sldMk cId="3393043911" sldId="262"/>
            <ac:cxnSpMk id="5" creationId="{8E854C5B-7890-4DB9-AFEE-A4046D97BC36}"/>
          </ac:cxnSpMkLst>
        </pc:cxnChg>
        <pc:cxnChg chg="add del mod">
          <ac:chgData name="Michał Bartłomiejczyk" userId="7e6776f88022f5b7" providerId="LiveId" clId="{E85C2F21-BBFB-4282-96D5-2840ADBA20AC}" dt="2026-02-10T22:12:41.944" v="803" actId="1076"/>
          <ac:cxnSpMkLst>
            <pc:docMk/>
            <pc:sldMk cId="3393043911" sldId="262"/>
            <ac:cxnSpMk id="8" creationId="{F669F30F-FADF-26C5-FA42-6A5055CB8596}"/>
          </ac:cxnSpMkLst>
        </pc:cxnChg>
        <pc:cxnChg chg="add del mod">
          <ac:chgData name="Michał Bartłomiejczyk" userId="7e6776f88022f5b7" providerId="LiveId" clId="{E85C2F21-BBFB-4282-96D5-2840ADBA20AC}" dt="2026-02-10T22:08:18.714" v="555" actId="478"/>
          <ac:cxnSpMkLst>
            <pc:docMk/>
            <pc:sldMk cId="3393043911" sldId="262"/>
            <ac:cxnSpMk id="12" creationId="{866FA15F-0AD9-967B-264F-04D497E48040}"/>
          </ac:cxnSpMkLst>
        </pc:cxnChg>
        <pc:cxnChg chg="add del mod">
          <ac:chgData name="Michał Bartłomiejczyk" userId="7e6776f88022f5b7" providerId="LiveId" clId="{E85C2F21-BBFB-4282-96D5-2840ADBA20AC}" dt="2026-02-10T22:08:19.894" v="557" actId="478"/>
          <ac:cxnSpMkLst>
            <pc:docMk/>
            <pc:sldMk cId="3393043911" sldId="262"/>
            <ac:cxnSpMk id="16" creationId="{B86B853F-C103-C6EC-5477-B44EC27460EE}"/>
          </ac:cxnSpMkLst>
        </pc:cxnChg>
        <pc:cxnChg chg="add del mod">
          <ac:chgData name="Michał Bartłomiejczyk" userId="7e6776f88022f5b7" providerId="LiveId" clId="{E85C2F21-BBFB-4282-96D5-2840ADBA20AC}" dt="2026-02-10T22:08:19.194" v="556" actId="478"/>
          <ac:cxnSpMkLst>
            <pc:docMk/>
            <pc:sldMk cId="3393043911" sldId="262"/>
            <ac:cxnSpMk id="19" creationId="{5FDF8C65-0FE7-5D39-6C48-E862F70B4E84}"/>
          </ac:cxnSpMkLst>
        </pc:cxnChg>
        <pc:cxnChg chg="add mod">
          <ac:chgData name="Michał Bartłomiejczyk" userId="7e6776f88022f5b7" providerId="LiveId" clId="{E85C2F21-BBFB-4282-96D5-2840ADBA20AC}" dt="2026-02-10T22:12:45.625" v="804" actId="1076"/>
          <ac:cxnSpMkLst>
            <pc:docMk/>
            <pc:sldMk cId="3393043911" sldId="262"/>
            <ac:cxnSpMk id="37" creationId="{548A933E-5D39-5F76-CAA4-55BF77642E19}"/>
          </ac:cxnSpMkLst>
        </pc:cxnChg>
        <pc:cxnChg chg="add mod">
          <ac:chgData name="Michał Bartłomiejczyk" userId="7e6776f88022f5b7" providerId="LiveId" clId="{E85C2F21-BBFB-4282-96D5-2840ADBA20AC}" dt="2026-02-10T22:12:45.625" v="804" actId="1076"/>
          <ac:cxnSpMkLst>
            <pc:docMk/>
            <pc:sldMk cId="3393043911" sldId="262"/>
            <ac:cxnSpMk id="40" creationId="{C5DF7D93-9BD4-081F-6206-972F333FCF50}"/>
          </ac:cxnSpMkLst>
        </pc:cxnChg>
        <pc:cxnChg chg="add mod">
          <ac:chgData name="Michał Bartłomiejczyk" userId="7e6776f88022f5b7" providerId="LiveId" clId="{E85C2F21-BBFB-4282-96D5-2840ADBA20AC}" dt="2026-02-10T22:12:45.625" v="804" actId="1076"/>
          <ac:cxnSpMkLst>
            <pc:docMk/>
            <pc:sldMk cId="3393043911" sldId="262"/>
            <ac:cxnSpMk id="43" creationId="{002D2E91-0A09-21DF-DB69-67E9F8F47153}"/>
          </ac:cxnSpMkLst>
        </pc:cxnChg>
        <pc:cxnChg chg="add mod">
          <ac:chgData name="Michał Bartłomiejczyk" userId="7e6776f88022f5b7" providerId="LiveId" clId="{E85C2F21-BBFB-4282-96D5-2840ADBA20AC}" dt="2026-02-10T22:12:41.944" v="803" actId="1076"/>
          <ac:cxnSpMkLst>
            <pc:docMk/>
            <pc:sldMk cId="3393043911" sldId="262"/>
            <ac:cxnSpMk id="46" creationId="{89A73657-F355-35A6-DD81-F865A587AC59}"/>
          </ac:cxnSpMkLst>
        </pc:cxnChg>
        <pc:cxnChg chg="add mod">
          <ac:chgData name="Michał Bartłomiejczyk" userId="7e6776f88022f5b7" providerId="LiveId" clId="{E85C2F21-BBFB-4282-96D5-2840ADBA20AC}" dt="2026-02-10T22:12:41.944" v="803" actId="1076"/>
          <ac:cxnSpMkLst>
            <pc:docMk/>
            <pc:sldMk cId="3393043911" sldId="262"/>
            <ac:cxnSpMk id="49" creationId="{2C7569BA-6573-28B9-1990-80DDF7F5DA50}"/>
          </ac:cxnSpMkLst>
        </pc:cxnChg>
        <pc:cxnChg chg="add mod">
          <ac:chgData name="Michał Bartłomiejczyk" userId="7e6776f88022f5b7" providerId="LiveId" clId="{E85C2F21-BBFB-4282-96D5-2840ADBA20AC}" dt="2026-02-10T22:12:41.944" v="803" actId="1076"/>
          <ac:cxnSpMkLst>
            <pc:docMk/>
            <pc:sldMk cId="3393043911" sldId="262"/>
            <ac:cxnSpMk id="53" creationId="{D8C15C05-2377-DDAB-35B0-27E3C0AD697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9AD0-6E46-2BE1-264C-96B4FCF30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9E87-1E97-4D4E-2CA5-582CA0673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18F21-CD80-73BD-FA36-FBE0960D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1CA24-AF4F-8020-218C-57570AF4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B09B2-8E34-3FCD-645C-B1A6BB06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0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0C569-649C-D1C7-A3CE-DEA296451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AEA3-BAB1-1D34-796E-587E3CD5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70202-6AF7-1959-7A9B-010142A69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5F26F-0888-C2DA-BBC8-4B8560C2A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A2755-8F46-C738-21B5-F11CAA40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9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B5D7-ACAA-A914-CB3D-1142FDD9F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794A-28BE-F3E1-07C2-DC8B7393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86EEF-E4DF-1DCE-5920-5062333F0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C4197-F44B-493C-723E-DA161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96B74-3EAB-228D-E003-618588953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D2B89-D338-4E83-21D1-97CA04FC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DA7A8-1239-5BCB-5C9F-3BFBD0853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80D1A-7D5F-A0C9-7EE6-A739ED05B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DE639-CA96-2266-110B-E32EDB42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AA90-D56D-1ADB-7A67-D5F53E50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4B134-6843-7D7E-807C-ECD4572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7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F6339-2560-01D3-F2CC-9E09BE2B0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D9DA7-EA8B-77E6-A304-06F1AD89F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CC8D3-0A55-B3BE-0F77-AC1875423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DBC04-F42B-AB27-C8CD-106CF3748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FF639-75F1-3B3F-56C1-62480D9F9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1B6A85-7ADE-E860-A797-095545D6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DEA4F-34D7-3A99-5CF3-76315EC0B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AEB0E-E2A4-016E-4D78-B5CC2A3AA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78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7015-D559-1E94-8865-4A85F309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B2835D-606C-1CB5-482A-064E8F73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F0EEC-3725-B5B7-4D44-2747220C8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EDAB5-78D5-FAA5-82A8-ABFF26DC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64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55E89-3FD9-8093-0CA7-0DF83BAD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C92E0-A7FE-678F-2998-0FC7CEEE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5A16-A74B-E35A-7AF3-118F474B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89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1781-45A7-C7BA-3D41-8E9396543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65132-A0DC-4F56-35A7-63E81B95F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EA5ED-7183-5BF7-4859-E4BF9A4F6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8DB01B-F701-5390-D3C7-2DF185B34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1420D-60FA-F46A-EB88-997F358F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D8F7E-1D99-ACAC-1CDF-66B44DB16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90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B9DC-C66F-3EC2-8B9E-0D5EE3CAC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E324FE-1568-C542-D31F-DE35E6A9B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8B094-26C8-C5FD-2CA7-6251706FF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6139E-974E-EDE2-FD52-04E5AF71B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B266A-F313-88FE-760B-7EDE4E932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0B279-454C-0AE7-1952-F45DF37B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3221-D4D1-F9B6-0DCF-EF0A2AD2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8BCA7-13B4-CDFF-BD2B-A0998349E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16CEE-2E62-8B4A-A743-2774B17E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37C6-BDE2-FAE5-AA26-6BBEBC8A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E4FD3-EEF1-05BD-7875-7B9D40CA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4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A768E-F3A8-7555-146F-F9DD6633DB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7C334-CF27-6412-50AA-696E00FDB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86B9F-BCFF-6E2D-15DE-2951AA6E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C3DBE-CEDD-C19A-E75F-B79A443A4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292C7-D9E2-1B7E-5AB8-BF7180C1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96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A2C71-5490-9FD9-35B5-9F1A23D2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ACADB-2DA0-647C-8E73-ECF8CEBF1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33AF3-DA02-63A4-A9F2-89733BFEE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2D7EC-65DE-47A4-8D2A-EE6FF92740B4}" type="datetimeFigureOut">
              <a:rPr lang="en-US" smtClean="0"/>
              <a:t>2026-02-10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7C1C4-D1C6-E7C8-2DD2-69A7062CA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5E1DD-2CC5-9D39-AFBC-FA3C316C8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00C70-FFF0-4751-B206-70A1EAC7D9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69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2FFB5-E4F7-8115-A1DE-B1AA91989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70598-9472-E1E3-A793-BFFDA9C10B28}"/>
              </a:ext>
            </a:extLst>
          </p:cNvPr>
          <p:cNvSpPr/>
          <p:nvPr/>
        </p:nvSpPr>
        <p:spPr>
          <a:xfrm>
            <a:off x="4542503" y="393290"/>
            <a:ext cx="189762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Chief Product Officer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8E854C5B-7890-4DB9-AFEE-A4046D97BC3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4015248" y="287592"/>
            <a:ext cx="573959" cy="237817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2D3DEC3-C500-9409-C567-22E989F5E64F}"/>
              </a:ext>
            </a:extLst>
          </p:cNvPr>
          <p:cNvSpPr/>
          <p:nvPr/>
        </p:nvSpPr>
        <p:spPr>
          <a:xfrm>
            <a:off x="2348680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Engineering Director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669F30F-FADF-26C5-FA42-6A5055CB8596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rot="16200000" flipH="1">
            <a:off x="6543982" y="137035"/>
            <a:ext cx="573959" cy="267929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60E6FF-8A5B-828B-69A9-6DD324402CEC}"/>
              </a:ext>
            </a:extLst>
          </p:cNvPr>
          <p:cNvSpPr/>
          <p:nvPr/>
        </p:nvSpPr>
        <p:spPr>
          <a:xfrm>
            <a:off x="7406149" y="1763661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Director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22921B-684E-16E8-2FE3-6EB0DD4F8840}"/>
              </a:ext>
            </a:extLst>
          </p:cNvPr>
          <p:cNvSpPr/>
          <p:nvPr/>
        </p:nvSpPr>
        <p:spPr>
          <a:xfrm>
            <a:off x="838200" y="3317158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Engineering Manager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B86204-D3A6-A352-A5E6-8940D83EBEBA}"/>
              </a:ext>
            </a:extLst>
          </p:cNvPr>
          <p:cNvSpPr/>
          <p:nvPr/>
        </p:nvSpPr>
        <p:spPr>
          <a:xfrm>
            <a:off x="2939845" y="3317158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Engineering Manager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F4EA364-C6EF-8BF4-CE0E-65DCD1A6BC97}"/>
              </a:ext>
            </a:extLst>
          </p:cNvPr>
          <p:cNvSpPr/>
          <p:nvPr/>
        </p:nvSpPr>
        <p:spPr>
          <a:xfrm>
            <a:off x="4761273" y="3317158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Engineering Manager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44123A-8E0A-6585-2643-BFD66B0C1F12}"/>
              </a:ext>
            </a:extLst>
          </p:cNvPr>
          <p:cNvSpPr/>
          <p:nvPr/>
        </p:nvSpPr>
        <p:spPr>
          <a:xfrm>
            <a:off x="6646608" y="3317158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Manager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87AB38-A802-1043-B458-58CBD7CDDDE1}"/>
              </a:ext>
            </a:extLst>
          </p:cNvPr>
          <p:cNvSpPr/>
          <p:nvPr/>
        </p:nvSpPr>
        <p:spPr>
          <a:xfrm>
            <a:off x="8325464" y="3317158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Manager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8DFFEB-C6EF-7533-7B34-DE15120FD428}"/>
              </a:ext>
            </a:extLst>
          </p:cNvPr>
          <p:cNvSpPr/>
          <p:nvPr/>
        </p:nvSpPr>
        <p:spPr>
          <a:xfrm>
            <a:off x="10176388" y="3317158"/>
            <a:ext cx="1528916" cy="7964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Security Manager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48A933E-5D39-5F76-CAA4-55BF77642E19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rot="5400000">
            <a:off x="1979356" y="2183375"/>
            <a:ext cx="757085" cy="151048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5DF7D93-9BD4-081F-6206-972F333FCF50}"/>
              </a:ext>
            </a:extLst>
          </p:cNvPr>
          <p:cNvCxnSpPr>
            <a:cxnSpLocks/>
            <a:stCxn id="6" idx="2"/>
            <a:endCxn id="31" idx="0"/>
          </p:cNvCxnSpPr>
          <p:nvPr/>
        </p:nvCxnSpPr>
        <p:spPr>
          <a:xfrm rot="16200000" flipH="1">
            <a:off x="3030178" y="2643032"/>
            <a:ext cx="757085" cy="59116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02D2E91-0A09-21DF-DB69-67E9F8F47153}"/>
              </a:ext>
            </a:extLst>
          </p:cNvPr>
          <p:cNvCxnSpPr>
            <a:cxnSpLocks/>
            <a:stCxn id="6" idx="2"/>
            <a:endCxn id="32" idx="0"/>
          </p:cNvCxnSpPr>
          <p:nvPr/>
        </p:nvCxnSpPr>
        <p:spPr>
          <a:xfrm rot="16200000" flipH="1">
            <a:off x="3940892" y="1732318"/>
            <a:ext cx="757085" cy="2412593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89A73657-F355-35A6-DD81-F865A587AC59}"/>
              </a:ext>
            </a:extLst>
          </p:cNvPr>
          <p:cNvCxnSpPr>
            <a:cxnSpLocks/>
            <a:stCxn id="3" idx="2"/>
            <a:endCxn id="33" idx="0"/>
          </p:cNvCxnSpPr>
          <p:nvPr/>
        </p:nvCxnSpPr>
        <p:spPr>
          <a:xfrm rot="5400000">
            <a:off x="7412295" y="2558845"/>
            <a:ext cx="757085" cy="75954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C7569BA-6573-28B9-1990-80DDF7F5DA50}"/>
              </a:ext>
            </a:extLst>
          </p:cNvPr>
          <p:cNvCxnSpPr>
            <a:cxnSpLocks/>
            <a:stCxn id="3" idx="2"/>
            <a:endCxn id="34" idx="0"/>
          </p:cNvCxnSpPr>
          <p:nvPr/>
        </p:nvCxnSpPr>
        <p:spPr>
          <a:xfrm rot="16200000" flipH="1">
            <a:off x="8251722" y="2478957"/>
            <a:ext cx="757085" cy="91931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D8C15C05-2377-DDAB-35B0-27E3C0AD697B}"/>
              </a:ext>
            </a:extLst>
          </p:cNvPr>
          <p:cNvCxnSpPr>
            <a:cxnSpLocks/>
            <a:stCxn id="3" idx="2"/>
            <a:endCxn id="35" idx="0"/>
          </p:cNvCxnSpPr>
          <p:nvPr/>
        </p:nvCxnSpPr>
        <p:spPr>
          <a:xfrm rot="16200000" flipH="1">
            <a:off x="9177184" y="1553495"/>
            <a:ext cx="757085" cy="277023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9431D42F-6C9F-224B-CFF4-CD6C0F2F3E10}"/>
              </a:ext>
            </a:extLst>
          </p:cNvPr>
          <p:cNvSpPr/>
          <p:nvPr/>
        </p:nvSpPr>
        <p:spPr>
          <a:xfrm>
            <a:off x="2113935" y="4011561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ACC8284-3602-39C5-CB06-DD6448F20F63}"/>
              </a:ext>
            </a:extLst>
          </p:cNvPr>
          <p:cNvSpPr/>
          <p:nvPr/>
        </p:nvSpPr>
        <p:spPr>
          <a:xfrm>
            <a:off x="4109883" y="4011561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9455D79-380B-49B3-F940-1F626A31E4DC}"/>
              </a:ext>
            </a:extLst>
          </p:cNvPr>
          <p:cNvSpPr/>
          <p:nvPr/>
        </p:nvSpPr>
        <p:spPr>
          <a:xfrm>
            <a:off x="5878460" y="4011561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D3DD8A9-A19A-34AE-B090-B4BD520281D2}"/>
              </a:ext>
            </a:extLst>
          </p:cNvPr>
          <p:cNvSpPr/>
          <p:nvPr/>
        </p:nvSpPr>
        <p:spPr>
          <a:xfrm>
            <a:off x="7734299" y="4011561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8FB65B7-7743-303C-7027-6F3558D50A43}"/>
              </a:ext>
            </a:extLst>
          </p:cNvPr>
          <p:cNvSpPr/>
          <p:nvPr/>
        </p:nvSpPr>
        <p:spPr>
          <a:xfrm>
            <a:off x="9608574" y="4011561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7E96F8D-D7C8-5D0A-4DED-93453DAD81D4}"/>
              </a:ext>
            </a:extLst>
          </p:cNvPr>
          <p:cNvSpPr/>
          <p:nvPr/>
        </p:nvSpPr>
        <p:spPr>
          <a:xfrm>
            <a:off x="11470558" y="4011561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B84D4A-DFB3-5F78-66DC-04BB74E21E27}"/>
              </a:ext>
            </a:extLst>
          </p:cNvPr>
          <p:cNvSpPr/>
          <p:nvPr/>
        </p:nvSpPr>
        <p:spPr>
          <a:xfrm>
            <a:off x="9089922" y="393290"/>
            <a:ext cx="469491" cy="29496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60A3E6-8253-F840-1FAB-0E8052907B82}"/>
              </a:ext>
            </a:extLst>
          </p:cNvPr>
          <p:cNvSpPr txBox="1"/>
          <p:nvPr/>
        </p:nvSpPr>
        <p:spPr>
          <a:xfrm>
            <a:off x="9559413" y="393290"/>
            <a:ext cx="2456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Team size (excluding the manager)</a:t>
            </a:r>
          </a:p>
        </p:txBody>
      </p:sp>
    </p:spTree>
    <p:extLst>
      <p:ext uri="{BB962C8B-B14F-4D97-AF65-F5344CB8AC3E}">
        <p14:creationId xmlns:p14="http://schemas.microsoft.com/office/powerpoint/2010/main" val="3393043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</TotalTime>
  <Words>33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Bartłomiejczyk</dc:creator>
  <cp:lastModifiedBy>Michał Bartłomiejczyk</cp:lastModifiedBy>
  <cp:revision>1</cp:revision>
  <dcterms:created xsi:type="dcterms:W3CDTF">2026-02-10T00:04:09Z</dcterms:created>
  <dcterms:modified xsi:type="dcterms:W3CDTF">2026-02-10T22:14:59Z</dcterms:modified>
</cp:coreProperties>
</file>