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56" r:id="rId4"/>
    <p:sldId id="258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4F051F-ACEA-49C3-A411-15E39A1142EB}" v="169" dt="2026-02-13T00:12:36.913"/>
    <p1510:client id="{7E79FA42-07AF-47AE-91D0-A55D24032F3D}" v="69" dt="2026-02-12T16:39:50.2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1188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 Linn" userId="ba6e6f4d9442980f" providerId="LiveId" clId="{C5667CC9-0635-45A6-87F8-1E51AE8AC991}"/>
    <pc:docChg chg="undo redo custSel addSld delSld modSld sldOrd">
      <pc:chgData name="Chris Linn" userId="ba6e6f4d9442980f" providerId="LiveId" clId="{C5667CC9-0635-45A6-87F8-1E51AE8AC991}" dt="2026-02-13T00:13:28.489" v="2118" actId="207"/>
      <pc:docMkLst>
        <pc:docMk/>
      </pc:docMkLst>
      <pc:sldChg chg="addSp delSp modSp mod">
        <pc:chgData name="Chris Linn" userId="ba6e6f4d9442980f" providerId="LiveId" clId="{C5667CC9-0635-45A6-87F8-1E51AE8AC991}" dt="2026-02-13T00:12:36.913" v="2116"/>
        <pc:sldMkLst>
          <pc:docMk/>
          <pc:sldMk cId="1134888596" sldId="256"/>
        </pc:sldMkLst>
        <pc:spChg chg="add mod">
          <ac:chgData name="Chris Linn" userId="ba6e6f4d9442980f" providerId="LiveId" clId="{C5667CC9-0635-45A6-87F8-1E51AE8AC991}" dt="2026-02-12T20:46:01.368" v="1022" actId="1076"/>
          <ac:spMkLst>
            <pc:docMk/>
            <pc:sldMk cId="1134888596" sldId="256"/>
            <ac:spMk id="7" creationId="{6BCF087A-BFE4-101D-B14A-EB31037AB7CA}"/>
          </ac:spMkLst>
        </pc:spChg>
        <pc:spChg chg="add del mod">
          <ac:chgData name="Chris Linn" userId="ba6e6f4d9442980f" providerId="LiveId" clId="{C5667CC9-0635-45A6-87F8-1E51AE8AC991}" dt="2026-02-12T20:50:17.162" v="1063" actId="478"/>
          <ac:spMkLst>
            <pc:docMk/>
            <pc:sldMk cId="1134888596" sldId="256"/>
            <ac:spMk id="8" creationId="{B628A2D2-0E8B-2D90-7DA6-E093F77136F4}"/>
          </ac:spMkLst>
        </pc:spChg>
        <pc:spChg chg="add mod">
          <ac:chgData name="Chris Linn" userId="ba6e6f4d9442980f" providerId="LiveId" clId="{C5667CC9-0635-45A6-87F8-1E51AE8AC991}" dt="2026-02-12T20:46:01.368" v="1022" actId="1076"/>
          <ac:spMkLst>
            <pc:docMk/>
            <pc:sldMk cId="1134888596" sldId="256"/>
            <ac:spMk id="9" creationId="{12F02E17-9B05-9782-7F88-FBB595BC8181}"/>
          </ac:spMkLst>
        </pc:spChg>
        <pc:spChg chg="add del mod">
          <ac:chgData name="Chris Linn" userId="ba6e6f4d9442980f" providerId="LiveId" clId="{C5667CC9-0635-45A6-87F8-1E51AE8AC991}" dt="2026-02-12T20:50:17.162" v="1063" actId="478"/>
          <ac:spMkLst>
            <pc:docMk/>
            <pc:sldMk cId="1134888596" sldId="256"/>
            <ac:spMk id="12" creationId="{E9058892-0C84-43C2-0B6E-1A43E0D26E41}"/>
          </ac:spMkLst>
        </pc:spChg>
        <pc:spChg chg="add del mod">
          <ac:chgData name="Chris Linn" userId="ba6e6f4d9442980f" providerId="LiveId" clId="{C5667CC9-0635-45A6-87F8-1E51AE8AC991}" dt="2026-02-12T20:50:17.162" v="1063" actId="478"/>
          <ac:spMkLst>
            <pc:docMk/>
            <pc:sldMk cId="1134888596" sldId="256"/>
            <ac:spMk id="14" creationId="{682FE27D-0B2F-9F9C-F9E8-D681B82BFDE5}"/>
          </ac:spMkLst>
        </pc:spChg>
        <pc:spChg chg="add del mod">
          <ac:chgData name="Chris Linn" userId="ba6e6f4d9442980f" providerId="LiveId" clId="{C5667CC9-0635-45A6-87F8-1E51AE8AC991}" dt="2026-02-12T20:50:17.162" v="1063" actId="478"/>
          <ac:spMkLst>
            <pc:docMk/>
            <pc:sldMk cId="1134888596" sldId="256"/>
            <ac:spMk id="15" creationId="{C2EBF1B6-A67D-10C1-EF58-96261A18DCEC}"/>
          </ac:spMkLst>
        </pc:spChg>
        <pc:spChg chg="add del mod">
          <ac:chgData name="Chris Linn" userId="ba6e6f4d9442980f" providerId="LiveId" clId="{C5667CC9-0635-45A6-87F8-1E51AE8AC991}" dt="2026-02-12T20:50:17.162" v="1063" actId="478"/>
          <ac:spMkLst>
            <pc:docMk/>
            <pc:sldMk cId="1134888596" sldId="256"/>
            <ac:spMk id="16" creationId="{555EC39C-94D3-CB70-300F-B292780BDD1C}"/>
          </ac:spMkLst>
        </pc:spChg>
        <pc:spChg chg="add del mod">
          <ac:chgData name="Chris Linn" userId="ba6e6f4d9442980f" providerId="LiveId" clId="{C5667CC9-0635-45A6-87F8-1E51AE8AC991}" dt="2026-02-12T20:50:17.162" v="1063" actId="478"/>
          <ac:spMkLst>
            <pc:docMk/>
            <pc:sldMk cId="1134888596" sldId="256"/>
            <ac:spMk id="18" creationId="{671A9063-9C09-47D8-51DE-F0D2A7969D9B}"/>
          </ac:spMkLst>
        </pc:spChg>
        <pc:spChg chg="add mod">
          <ac:chgData name="Chris Linn" userId="ba6e6f4d9442980f" providerId="LiveId" clId="{C5667CC9-0635-45A6-87F8-1E51AE8AC991}" dt="2026-02-12T20:39:49.746" v="773" actId="20577"/>
          <ac:spMkLst>
            <pc:docMk/>
            <pc:sldMk cId="1134888596" sldId="256"/>
            <ac:spMk id="19" creationId="{8CA402A5-331D-D687-7F0E-0C0D002EC615}"/>
          </ac:spMkLst>
        </pc:spChg>
        <pc:spChg chg="add del mod">
          <ac:chgData name="Chris Linn" userId="ba6e6f4d9442980f" providerId="LiveId" clId="{C5667CC9-0635-45A6-87F8-1E51AE8AC991}" dt="2026-02-12T20:50:17.162" v="1063" actId="478"/>
          <ac:spMkLst>
            <pc:docMk/>
            <pc:sldMk cId="1134888596" sldId="256"/>
            <ac:spMk id="20" creationId="{714E968A-9AE5-AE3A-3E7F-B7F543A0C90C}"/>
          </ac:spMkLst>
        </pc:spChg>
        <pc:spChg chg="mod">
          <ac:chgData name="Chris Linn" userId="ba6e6f4d9442980f" providerId="LiveId" clId="{C5667CC9-0635-45A6-87F8-1E51AE8AC991}" dt="2026-02-12T20:50:45.079" v="1211" actId="1038"/>
          <ac:spMkLst>
            <pc:docMk/>
            <pc:sldMk cId="1134888596" sldId="256"/>
            <ac:spMk id="23" creationId="{BA46BA78-09EB-D21F-22B5-B8A8511A8FB9}"/>
          </ac:spMkLst>
        </pc:spChg>
        <pc:spChg chg="del mod">
          <ac:chgData name="Chris Linn" userId="ba6e6f4d9442980f" providerId="LiveId" clId="{C5667CC9-0635-45A6-87F8-1E51AE8AC991}" dt="2026-02-12T20:24:39" v="546" actId="478"/>
          <ac:spMkLst>
            <pc:docMk/>
            <pc:sldMk cId="1134888596" sldId="256"/>
            <ac:spMk id="24" creationId="{007B7EF3-6B4F-9FBC-F378-1AEA73626A5B}"/>
          </ac:spMkLst>
        </pc:spChg>
        <pc:spChg chg="mod">
          <ac:chgData name="Chris Linn" userId="ba6e6f4d9442980f" providerId="LiveId" clId="{C5667CC9-0635-45A6-87F8-1E51AE8AC991}" dt="2026-02-12T20:50:45.079" v="1211" actId="1038"/>
          <ac:spMkLst>
            <pc:docMk/>
            <pc:sldMk cId="1134888596" sldId="256"/>
            <ac:spMk id="27" creationId="{1511A6A0-FA6A-322F-2457-EADE5A2ACF0B}"/>
          </ac:spMkLst>
        </pc:spChg>
        <pc:spChg chg="mod">
          <ac:chgData name="Chris Linn" userId="ba6e6f4d9442980f" providerId="LiveId" clId="{C5667CC9-0635-45A6-87F8-1E51AE8AC991}" dt="2026-02-12T20:50:45.079" v="1211" actId="1038"/>
          <ac:spMkLst>
            <pc:docMk/>
            <pc:sldMk cId="1134888596" sldId="256"/>
            <ac:spMk id="28" creationId="{2C334CD0-EFA7-F449-EBC8-04AA257B2D5C}"/>
          </ac:spMkLst>
        </pc:spChg>
        <pc:spChg chg="del mod">
          <ac:chgData name="Chris Linn" userId="ba6e6f4d9442980f" providerId="LiveId" clId="{C5667CC9-0635-45A6-87F8-1E51AE8AC991}" dt="2026-02-12T20:50:17.162" v="1063" actId="478"/>
          <ac:spMkLst>
            <pc:docMk/>
            <pc:sldMk cId="1134888596" sldId="256"/>
            <ac:spMk id="29" creationId="{74BDA030-4947-56D4-D49C-DB6A4CF5135E}"/>
          </ac:spMkLst>
        </pc:spChg>
        <pc:spChg chg="mod">
          <ac:chgData name="Chris Linn" userId="ba6e6f4d9442980f" providerId="LiveId" clId="{C5667CC9-0635-45A6-87F8-1E51AE8AC991}" dt="2026-02-12T20:50:45.079" v="1211" actId="1038"/>
          <ac:spMkLst>
            <pc:docMk/>
            <pc:sldMk cId="1134888596" sldId="256"/>
            <ac:spMk id="30" creationId="{F3CFC425-018B-4B27-685A-FA8B3C055A0C}"/>
          </ac:spMkLst>
        </pc:spChg>
        <pc:spChg chg="mod">
          <ac:chgData name="Chris Linn" userId="ba6e6f4d9442980f" providerId="LiveId" clId="{C5667CC9-0635-45A6-87F8-1E51AE8AC991}" dt="2026-02-12T20:56:13.564" v="1321" actId="1038"/>
          <ac:spMkLst>
            <pc:docMk/>
            <pc:sldMk cId="1134888596" sldId="256"/>
            <ac:spMk id="31" creationId="{B160F794-B8C8-8CEE-43EA-D07342270210}"/>
          </ac:spMkLst>
        </pc:spChg>
        <pc:spChg chg="mod">
          <ac:chgData name="Chris Linn" userId="ba6e6f4d9442980f" providerId="LiveId" clId="{C5667CC9-0635-45A6-87F8-1E51AE8AC991}" dt="2026-02-12T21:13:33.280" v="1536" actId="554"/>
          <ac:spMkLst>
            <pc:docMk/>
            <pc:sldMk cId="1134888596" sldId="256"/>
            <ac:spMk id="37" creationId="{CD8E81E9-5BCE-0888-9EC7-796E5970D73F}"/>
          </ac:spMkLst>
        </pc:spChg>
        <pc:spChg chg="del mod">
          <ac:chgData name="Chris Linn" userId="ba6e6f4d9442980f" providerId="LiveId" clId="{C5667CC9-0635-45A6-87F8-1E51AE8AC991}" dt="2026-02-12T20:50:17.162" v="1063" actId="478"/>
          <ac:spMkLst>
            <pc:docMk/>
            <pc:sldMk cId="1134888596" sldId="256"/>
            <ac:spMk id="38" creationId="{9B42397D-4F4E-71C4-23EB-FFEFB82E991D}"/>
          </ac:spMkLst>
        </pc:spChg>
        <pc:spChg chg="mod">
          <ac:chgData name="Chris Linn" userId="ba6e6f4d9442980f" providerId="LiveId" clId="{C5667CC9-0635-45A6-87F8-1E51AE8AC991}" dt="2026-02-12T21:13:33.280" v="1536" actId="554"/>
          <ac:spMkLst>
            <pc:docMk/>
            <pc:sldMk cId="1134888596" sldId="256"/>
            <ac:spMk id="39" creationId="{B1CF78A9-9BD8-6724-10A4-B8ED35A8AC1C}"/>
          </ac:spMkLst>
        </pc:spChg>
        <pc:spChg chg="mod">
          <ac:chgData name="Chris Linn" userId="ba6e6f4d9442980f" providerId="LiveId" clId="{C5667CC9-0635-45A6-87F8-1E51AE8AC991}" dt="2026-02-12T21:13:33.280" v="1536" actId="554"/>
          <ac:spMkLst>
            <pc:docMk/>
            <pc:sldMk cId="1134888596" sldId="256"/>
            <ac:spMk id="40" creationId="{AACA59E4-05E7-F103-930D-07632174CD3C}"/>
          </ac:spMkLst>
        </pc:spChg>
        <pc:spChg chg="mod">
          <ac:chgData name="Chris Linn" userId="ba6e6f4d9442980f" providerId="LiveId" clId="{C5667CC9-0635-45A6-87F8-1E51AE8AC991}" dt="2026-02-12T21:13:33.280" v="1536" actId="554"/>
          <ac:spMkLst>
            <pc:docMk/>
            <pc:sldMk cId="1134888596" sldId="256"/>
            <ac:spMk id="41" creationId="{F90524A8-E4E5-B3F4-B629-93E57A2E4AAC}"/>
          </ac:spMkLst>
        </pc:spChg>
        <pc:spChg chg="mod">
          <ac:chgData name="Chris Linn" userId="ba6e6f4d9442980f" providerId="LiveId" clId="{C5667CC9-0635-45A6-87F8-1E51AE8AC991}" dt="2026-02-12T20:50:45.079" v="1211" actId="1038"/>
          <ac:spMkLst>
            <pc:docMk/>
            <pc:sldMk cId="1134888596" sldId="256"/>
            <ac:spMk id="42" creationId="{C15A7D1A-58F5-9DCA-995B-1DECF0B24FBC}"/>
          </ac:spMkLst>
        </pc:spChg>
        <pc:spChg chg="del mod">
          <ac:chgData name="Chris Linn" userId="ba6e6f4d9442980f" providerId="LiveId" clId="{C5667CC9-0635-45A6-87F8-1E51AE8AC991}" dt="2026-02-12T20:27:43.198" v="658" actId="478"/>
          <ac:spMkLst>
            <pc:docMk/>
            <pc:sldMk cId="1134888596" sldId="256"/>
            <ac:spMk id="43" creationId="{9705252D-A9CA-60EB-4697-D56153201A42}"/>
          </ac:spMkLst>
        </pc:spChg>
        <pc:spChg chg="del mod">
          <ac:chgData name="Chris Linn" userId="ba6e6f4d9442980f" providerId="LiveId" clId="{C5667CC9-0635-45A6-87F8-1E51AE8AC991}" dt="2026-02-12T20:50:17.162" v="1063" actId="478"/>
          <ac:spMkLst>
            <pc:docMk/>
            <pc:sldMk cId="1134888596" sldId="256"/>
            <ac:spMk id="44" creationId="{8455E4CD-6331-421D-8036-9ECD223E612E}"/>
          </ac:spMkLst>
        </pc:spChg>
        <pc:spChg chg="mod">
          <ac:chgData name="Chris Linn" userId="ba6e6f4d9442980f" providerId="LiveId" clId="{C5667CC9-0635-45A6-87F8-1E51AE8AC991}" dt="2026-02-12T20:56:13.564" v="1321" actId="1038"/>
          <ac:spMkLst>
            <pc:docMk/>
            <pc:sldMk cId="1134888596" sldId="256"/>
            <ac:spMk id="45" creationId="{D9FF1DBC-A0CC-4E36-665A-7BB004BFCBA9}"/>
          </ac:spMkLst>
        </pc:spChg>
        <pc:spChg chg="mod">
          <ac:chgData name="Chris Linn" userId="ba6e6f4d9442980f" providerId="LiveId" clId="{C5667CC9-0635-45A6-87F8-1E51AE8AC991}" dt="2026-02-13T00:12:36.913" v="2116"/>
          <ac:spMkLst>
            <pc:docMk/>
            <pc:sldMk cId="1134888596" sldId="256"/>
            <ac:spMk id="46" creationId="{5FC166F2-77CD-4F88-3CA1-C3CCC783C539}"/>
          </ac:spMkLst>
        </pc:spChg>
        <pc:graphicFrameChg chg="add del mod modGraphic">
          <ac:chgData name="Chris Linn" userId="ba6e6f4d9442980f" providerId="LiveId" clId="{C5667CC9-0635-45A6-87F8-1E51AE8AC991}" dt="2026-02-12T21:44:50.506" v="2064" actId="478"/>
          <ac:graphicFrameMkLst>
            <pc:docMk/>
            <pc:sldMk cId="1134888596" sldId="256"/>
            <ac:graphicFrameMk id="4" creationId="{1452ACAB-3410-FCB1-6E07-72B9F1A35DC1}"/>
          </ac:graphicFrameMkLst>
        </pc:graphicFrameChg>
        <pc:graphicFrameChg chg="add mod">
          <ac:chgData name="Chris Linn" userId="ba6e6f4d9442980f" providerId="LiveId" clId="{C5667CC9-0635-45A6-87F8-1E51AE8AC991}" dt="2026-02-12T20:24:20.357" v="544"/>
          <ac:graphicFrameMkLst>
            <pc:docMk/>
            <pc:sldMk cId="1134888596" sldId="256"/>
            <ac:graphicFrameMk id="5" creationId="{E30DF8B2-5507-38B7-B85A-786EF0050C8B}"/>
          </ac:graphicFrameMkLst>
        </pc:graphicFrameChg>
        <pc:graphicFrameChg chg="add del mod modGraphic">
          <ac:chgData name="Chris Linn" userId="ba6e6f4d9442980f" providerId="LiveId" clId="{C5667CC9-0635-45A6-87F8-1E51AE8AC991}" dt="2026-02-12T20:32:04.016" v="706" actId="478"/>
          <ac:graphicFrameMkLst>
            <pc:docMk/>
            <pc:sldMk cId="1134888596" sldId="256"/>
            <ac:graphicFrameMk id="6" creationId="{D3E19AD8-9118-82AC-1904-9EE51F25151A}"/>
          </ac:graphicFrameMkLst>
        </pc:graphicFrameChg>
        <pc:graphicFrameChg chg="add mod">
          <ac:chgData name="Chris Linn" userId="ba6e6f4d9442980f" providerId="LiveId" clId="{C5667CC9-0635-45A6-87F8-1E51AE8AC991}" dt="2026-02-12T20:29:49.776" v="681"/>
          <ac:graphicFrameMkLst>
            <pc:docMk/>
            <pc:sldMk cId="1134888596" sldId="256"/>
            <ac:graphicFrameMk id="11" creationId="{C8D464BA-3A3B-2D1D-43FD-DDC80F74FEB7}"/>
          </ac:graphicFrameMkLst>
        </pc:graphicFrameChg>
        <pc:graphicFrameChg chg="add mod">
          <ac:chgData name="Chris Linn" userId="ba6e6f4d9442980f" providerId="LiveId" clId="{C5667CC9-0635-45A6-87F8-1E51AE8AC991}" dt="2026-02-12T21:45:05.048" v="2074"/>
          <ac:graphicFrameMkLst>
            <pc:docMk/>
            <pc:sldMk cId="1134888596" sldId="256"/>
            <ac:graphicFrameMk id="77" creationId="{81876DA2-7431-EF41-6471-CD81422F98A1}"/>
          </ac:graphicFrameMkLst>
        </pc:graphicFrameChg>
        <pc:cxnChg chg="del mod">
          <ac:chgData name="Chris Linn" userId="ba6e6f4d9442980f" providerId="LiveId" clId="{C5667CC9-0635-45A6-87F8-1E51AE8AC991}" dt="2026-02-12T20:44:22.844" v="1006" actId="478"/>
          <ac:cxnSpMkLst>
            <pc:docMk/>
            <pc:sldMk cId="1134888596" sldId="256"/>
            <ac:cxnSpMk id="2" creationId="{6B99762C-1E96-3351-5D86-1D71170F0F06}"/>
          </ac:cxnSpMkLst>
        </pc:cxnChg>
        <pc:cxnChg chg="del mod">
          <ac:chgData name="Chris Linn" userId="ba6e6f4d9442980f" providerId="LiveId" clId="{C5667CC9-0635-45A6-87F8-1E51AE8AC991}" dt="2026-02-12T20:44:26.299" v="1007" actId="478"/>
          <ac:cxnSpMkLst>
            <pc:docMk/>
            <pc:sldMk cId="1134888596" sldId="256"/>
            <ac:cxnSpMk id="3" creationId="{1E9C7CC7-61AD-1E8B-3D64-2395497F6B09}"/>
          </ac:cxnSpMkLst>
        </pc:cxnChg>
        <pc:cxnChg chg="del mod">
          <ac:chgData name="Chris Linn" userId="ba6e6f4d9442980f" providerId="LiveId" clId="{C5667CC9-0635-45A6-87F8-1E51AE8AC991}" dt="2026-02-12T20:43:58.735" v="999" actId="478"/>
          <ac:cxnSpMkLst>
            <pc:docMk/>
            <pc:sldMk cId="1134888596" sldId="256"/>
            <ac:cxnSpMk id="47" creationId="{B4A821A7-B547-CCC0-6CCC-8E0D42AD4897}"/>
          </ac:cxnSpMkLst>
        </pc:cxnChg>
        <pc:cxnChg chg="mod">
          <ac:chgData name="Chris Linn" userId="ba6e6f4d9442980f" providerId="LiveId" clId="{C5667CC9-0635-45A6-87F8-1E51AE8AC991}" dt="2026-02-12T20:41:04.223" v="780" actId="14100"/>
          <ac:cxnSpMkLst>
            <pc:docMk/>
            <pc:sldMk cId="1134888596" sldId="256"/>
            <ac:cxnSpMk id="50" creationId="{80C19C88-6336-77CC-53BB-446013C08239}"/>
          </ac:cxnSpMkLst>
        </pc:cxnChg>
        <pc:cxnChg chg="mod">
          <ac:chgData name="Chris Linn" userId="ba6e6f4d9442980f" providerId="LiveId" clId="{C5667CC9-0635-45A6-87F8-1E51AE8AC991}" dt="2026-02-12T21:13:33.280" v="1536" actId="554"/>
          <ac:cxnSpMkLst>
            <pc:docMk/>
            <pc:sldMk cId="1134888596" sldId="256"/>
            <ac:cxnSpMk id="51" creationId="{AD42822C-D65E-0909-A0C9-A303689ABC56}"/>
          </ac:cxnSpMkLst>
        </pc:cxnChg>
        <pc:cxnChg chg="add mod">
          <ac:chgData name="Chris Linn" userId="ba6e6f4d9442980f" providerId="LiveId" clId="{C5667CC9-0635-45A6-87F8-1E51AE8AC991}" dt="2026-02-12T20:56:13.564" v="1321" actId="1038"/>
          <ac:cxnSpMkLst>
            <pc:docMk/>
            <pc:sldMk cId="1134888596" sldId="256"/>
            <ac:cxnSpMk id="52" creationId="{6D8D368A-4B4D-FBF1-E942-D634C41109AE}"/>
          </ac:cxnSpMkLst>
        </pc:cxnChg>
        <pc:cxnChg chg="mod">
          <ac:chgData name="Chris Linn" userId="ba6e6f4d9442980f" providerId="LiveId" clId="{C5667CC9-0635-45A6-87F8-1E51AE8AC991}" dt="2026-02-12T20:50:25.259" v="1108" actId="1037"/>
          <ac:cxnSpMkLst>
            <pc:docMk/>
            <pc:sldMk cId="1134888596" sldId="256"/>
            <ac:cxnSpMk id="53" creationId="{3E2BC5B5-4573-CE22-391E-88CF0886BEB8}"/>
          </ac:cxnSpMkLst>
        </pc:cxnChg>
        <pc:cxnChg chg="mod">
          <ac:chgData name="Chris Linn" userId="ba6e6f4d9442980f" providerId="LiveId" clId="{C5667CC9-0635-45A6-87F8-1E51AE8AC991}" dt="2026-02-12T21:13:33.280" v="1536" actId="554"/>
          <ac:cxnSpMkLst>
            <pc:docMk/>
            <pc:sldMk cId="1134888596" sldId="256"/>
            <ac:cxnSpMk id="54" creationId="{CADEB42C-7533-E152-7735-8B1B9C3EFECC}"/>
          </ac:cxnSpMkLst>
        </pc:cxnChg>
        <pc:cxnChg chg="mod">
          <ac:chgData name="Chris Linn" userId="ba6e6f4d9442980f" providerId="LiveId" clId="{C5667CC9-0635-45A6-87F8-1E51AE8AC991}" dt="2026-02-12T20:50:25.259" v="1108" actId="1037"/>
          <ac:cxnSpMkLst>
            <pc:docMk/>
            <pc:sldMk cId="1134888596" sldId="256"/>
            <ac:cxnSpMk id="56" creationId="{39442E46-F4B4-A2C5-FBEB-08D704E03303}"/>
          </ac:cxnSpMkLst>
        </pc:cxnChg>
        <pc:cxnChg chg="add mod">
          <ac:chgData name="Chris Linn" userId="ba6e6f4d9442980f" providerId="LiveId" clId="{C5667CC9-0635-45A6-87F8-1E51AE8AC991}" dt="2026-02-12T20:50:25.259" v="1108" actId="1037"/>
          <ac:cxnSpMkLst>
            <pc:docMk/>
            <pc:sldMk cId="1134888596" sldId="256"/>
            <ac:cxnSpMk id="58" creationId="{13D11EA9-0B80-5FAB-0B63-9B37FB600F86}"/>
          </ac:cxnSpMkLst>
        </pc:cxnChg>
        <pc:cxnChg chg="mod">
          <ac:chgData name="Chris Linn" userId="ba6e6f4d9442980f" providerId="LiveId" clId="{C5667CC9-0635-45A6-87F8-1E51AE8AC991}" dt="2026-02-12T21:13:33.280" v="1536" actId="554"/>
          <ac:cxnSpMkLst>
            <pc:docMk/>
            <pc:sldMk cId="1134888596" sldId="256"/>
            <ac:cxnSpMk id="61" creationId="{F5B6E568-0D44-DECE-8F06-AA0FB2D20CBB}"/>
          </ac:cxnSpMkLst>
        </pc:cxnChg>
        <pc:cxnChg chg="add mod">
          <ac:chgData name="Chris Linn" userId="ba6e6f4d9442980f" providerId="LiveId" clId="{C5667CC9-0635-45A6-87F8-1E51AE8AC991}" dt="2026-02-12T20:44:58.263" v="1012" actId="14100"/>
          <ac:cxnSpMkLst>
            <pc:docMk/>
            <pc:sldMk cId="1134888596" sldId="256"/>
            <ac:cxnSpMk id="62" creationId="{757C3C69-EEB1-F2D5-9C0F-512D58E68AB1}"/>
          </ac:cxnSpMkLst>
        </pc:cxnChg>
        <pc:cxnChg chg="add mod">
          <ac:chgData name="Chris Linn" userId="ba6e6f4d9442980f" providerId="LiveId" clId="{C5667CC9-0635-45A6-87F8-1E51AE8AC991}" dt="2026-02-12T21:13:33.280" v="1536" actId="554"/>
          <ac:cxnSpMkLst>
            <pc:docMk/>
            <pc:sldMk cId="1134888596" sldId="256"/>
            <ac:cxnSpMk id="67" creationId="{1C99B6E8-292F-E750-E1E4-8BB0CC3035F0}"/>
          </ac:cxnSpMkLst>
        </pc:cxnChg>
        <pc:cxnChg chg="add mod">
          <ac:chgData name="Chris Linn" userId="ba6e6f4d9442980f" providerId="LiveId" clId="{C5667CC9-0635-45A6-87F8-1E51AE8AC991}" dt="2026-02-12T20:56:22.670" v="1322" actId="14100"/>
          <ac:cxnSpMkLst>
            <pc:docMk/>
            <pc:sldMk cId="1134888596" sldId="256"/>
            <ac:cxnSpMk id="68" creationId="{4122EA59-20C2-3A6F-C5F2-68D420603C75}"/>
          </ac:cxnSpMkLst>
        </pc:cxnChg>
      </pc:sldChg>
      <pc:sldChg chg="addSp modSp del mod">
        <pc:chgData name="Chris Linn" userId="ba6e6f4d9442980f" providerId="LiveId" clId="{C5667CC9-0635-45A6-87F8-1E51AE8AC991}" dt="2026-02-12T20:49:46.038" v="1060" actId="47"/>
        <pc:sldMkLst>
          <pc:docMk/>
          <pc:sldMk cId="2978032313" sldId="257"/>
        </pc:sldMkLst>
        <pc:spChg chg="mod">
          <ac:chgData name="Chris Linn" userId="ba6e6f4d9442980f" providerId="LiveId" clId="{C5667CC9-0635-45A6-87F8-1E51AE8AC991}" dt="2026-02-12T20:04:49.775" v="483" actId="207"/>
          <ac:spMkLst>
            <pc:docMk/>
            <pc:sldMk cId="2978032313" sldId="257"/>
            <ac:spMk id="4" creationId="{D39B98FC-EB8C-5F22-37B0-C7B94E83ADA9}"/>
          </ac:spMkLst>
        </pc:spChg>
        <pc:spChg chg="mod">
          <ac:chgData name="Chris Linn" userId="ba6e6f4d9442980f" providerId="LiveId" clId="{C5667CC9-0635-45A6-87F8-1E51AE8AC991}" dt="2026-02-12T20:05:08.457" v="493" actId="20577"/>
          <ac:spMkLst>
            <pc:docMk/>
            <pc:sldMk cId="2978032313" sldId="257"/>
            <ac:spMk id="5" creationId="{5B811749-BEF2-259D-E7FC-CC910B9E21B3}"/>
          </ac:spMkLst>
        </pc:spChg>
        <pc:spChg chg="mod">
          <ac:chgData name="Chris Linn" userId="ba6e6f4d9442980f" providerId="LiveId" clId="{C5667CC9-0635-45A6-87F8-1E51AE8AC991}" dt="2026-02-12T20:05:13.119" v="502" actId="20577"/>
          <ac:spMkLst>
            <pc:docMk/>
            <pc:sldMk cId="2978032313" sldId="257"/>
            <ac:spMk id="6" creationId="{D96D8B72-AEA3-915F-1AF8-970D49D7F704}"/>
          </ac:spMkLst>
        </pc:spChg>
        <pc:spChg chg="mod">
          <ac:chgData name="Chris Linn" userId="ba6e6f4d9442980f" providerId="LiveId" clId="{C5667CC9-0635-45A6-87F8-1E51AE8AC991}" dt="2026-02-12T15:57:06.680" v="189" actId="207"/>
          <ac:spMkLst>
            <pc:docMk/>
            <pc:sldMk cId="2978032313" sldId="257"/>
            <ac:spMk id="7" creationId="{66377233-4366-A494-7B73-0E68F07E7584}"/>
          </ac:spMkLst>
        </pc:spChg>
        <pc:spChg chg="mod">
          <ac:chgData name="Chris Linn" userId="ba6e6f4d9442980f" providerId="LiveId" clId="{C5667CC9-0635-45A6-87F8-1E51AE8AC991}" dt="2026-02-12T16:04:39.275" v="197" actId="207"/>
          <ac:spMkLst>
            <pc:docMk/>
            <pc:sldMk cId="2978032313" sldId="257"/>
            <ac:spMk id="8" creationId="{25A4E776-D9C1-D6BB-E962-6B245BE44E2D}"/>
          </ac:spMkLst>
        </pc:spChg>
        <pc:spChg chg="mod">
          <ac:chgData name="Chris Linn" userId="ba6e6f4d9442980f" providerId="LiveId" clId="{C5667CC9-0635-45A6-87F8-1E51AE8AC991}" dt="2026-02-12T20:04:49.775" v="483" actId="207"/>
          <ac:spMkLst>
            <pc:docMk/>
            <pc:sldMk cId="2978032313" sldId="257"/>
            <ac:spMk id="9" creationId="{8B161C34-DCA1-61C7-9707-B417650C0CA3}"/>
          </ac:spMkLst>
        </pc:spChg>
        <pc:spChg chg="mod">
          <ac:chgData name="Chris Linn" userId="ba6e6f4d9442980f" providerId="LiveId" clId="{C5667CC9-0635-45A6-87F8-1E51AE8AC991}" dt="2026-02-12T20:23:03.741" v="543" actId="20577"/>
          <ac:spMkLst>
            <pc:docMk/>
            <pc:sldMk cId="2978032313" sldId="257"/>
            <ac:spMk id="10" creationId="{15E5F1FA-1091-7503-0C4F-116860003DB6}"/>
          </ac:spMkLst>
        </pc:spChg>
        <pc:spChg chg="mod">
          <ac:chgData name="Chris Linn" userId="ba6e6f4d9442980f" providerId="LiveId" clId="{C5667CC9-0635-45A6-87F8-1E51AE8AC991}" dt="2026-02-12T17:24:53.149" v="481" actId="20577"/>
          <ac:spMkLst>
            <pc:docMk/>
            <pc:sldMk cId="2978032313" sldId="257"/>
            <ac:spMk id="11" creationId="{58EE964A-D38F-049F-A271-62CAEEC96BAA}"/>
          </ac:spMkLst>
        </pc:spChg>
        <pc:spChg chg="mod">
          <ac:chgData name="Chris Linn" userId="ba6e6f4d9442980f" providerId="LiveId" clId="{C5667CC9-0635-45A6-87F8-1E51AE8AC991}" dt="2026-02-12T16:03:49.465" v="196" actId="207"/>
          <ac:spMkLst>
            <pc:docMk/>
            <pc:sldMk cId="2978032313" sldId="257"/>
            <ac:spMk id="25" creationId="{F9CE1F0D-E5BF-4B31-0FD2-EBA29A3970D3}"/>
          </ac:spMkLst>
        </pc:spChg>
        <pc:spChg chg="mod">
          <ac:chgData name="Chris Linn" userId="ba6e6f4d9442980f" providerId="LiveId" clId="{C5667CC9-0635-45A6-87F8-1E51AE8AC991}" dt="2026-02-12T20:04:49.775" v="483" actId="207"/>
          <ac:spMkLst>
            <pc:docMk/>
            <pc:sldMk cId="2978032313" sldId="257"/>
            <ac:spMk id="32" creationId="{B490ABC6-9966-B920-AA90-FE94830AFCEF}"/>
          </ac:spMkLst>
        </pc:spChg>
        <pc:spChg chg="mod">
          <ac:chgData name="Chris Linn" userId="ba6e6f4d9442980f" providerId="LiveId" clId="{C5667CC9-0635-45A6-87F8-1E51AE8AC991}" dt="2026-02-12T20:05:17.134" v="511" actId="20577"/>
          <ac:spMkLst>
            <pc:docMk/>
            <pc:sldMk cId="2978032313" sldId="257"/>
            <ac:spMk id="33" creationId="{1917871F-2D2E-1D11-1AEF-E263AFE77173}"/>
          </ac:spMkLst>
        </pc:spChg>
        <pc:spChg chg="mod">
          <ac:chgData name="Chris Linn" userId="ba6e6f4d9442980f" providerId="LiveId" clId="{C5667CC9-0635-45A6-87F8-1E51AE8AC991}" dt="2026-02-12T20:05:21.235" v="520" actId="20577"/>
          <ac:spMkLst>
            <pc:docMk/>
            <pc:sldMk cId="2978032313" sldId="257"/>
            <ac:spMk id="34" creationId="{DF22DC3F-D6FF-EF92-48FB-56E2CBCE41B4}"/>
          </ac:spMkLst>
        </pc:spChg>
        <pc:spChg chg="mod">
          <ac:chgData name="Chris Linn" userId="ba6e6f4d9442980f" providerId="LiveId" clId="{C5667CC9-0635-45A6-87F8-1E51AE8AC991}" dt="2026-02-12T20:05:24.741" v="529" actId="20577"/>
          <ac:spMkLst>
            <pc:docMk/>
            <pc:sldMk cId="2978032313" sldId="257"/>
            <ac:spMk id="35" creationId="{FB6E16AE-E0F9-15DA-664F-45B7AEA9B00A}"/>
          </ac:spMkLst>
        </pc:spChg>
        <pc:spChg chg="mod">
          <ac:chgData name="Chris Linn" userId="ba6e6f4d9442980f" providerId="LiveId" clId="{C5667CC9-0635-45A6-87F8-1E51AE8AC991}" dt="2026-02-12T20:05:28.045" v="538" actId="20577"/>
          <ac:spMkLst>
            <pc:docMk/>
            <pc:sldMk cId="2978032313" sldId="257"/>
            <ac:spMk id="36" creationId="{8C429C5D-B1B9-1372-360E-1B4698DE0771}"/>
          </ac:spMkLst>
        </pc:spChg>
        <pc:graphicFrameChg chg="add mod modGraphic">
          <ac:chgData name="Chris Linn" userId="ba6e6f4d9442980f" providerId="LiveId" clId="{C5667CC9-0635-45A6-87F8-1E51AE8AC991}" dt="2026-02-12T16:10:42.785" v="413" actId="14100"/>
          <ac:graphicFrameMkLst>
            <pc:docMk/>
            <pc:sldMk cId="2978032313" sldId="257"/>
            <ac:graphicFrameMk id="2" creationId="{29026C71-5AE1-4ED7-275D-97D90BFE1573}"/>
          </ac:graphicFrameMkLst>
        </pc:graphicFrameChg>
        <pc:graphicFrameChg chg="add mod">
          <ac:chgData name="Chris Linn" userId="ba6e6f4d9442980f" providerId="LiveId" clId="{C5667CC9-0635-45A6-87F8-1E51AE8AC991}" dt="2026-02-12T20:22:48.534" v="540"/>
          <ac:graphicFrameMkLst>
            <pc:docMk/>
            <pc:sldMk cId="2978032313" sldId="257"/>
            <ac:graphicFrameMk id="3" creationId="{C976E026-4D79-47C1-00EF-A241C0B0D28A}"/>
          </ac:graphicFrameMkLst>
        </pc:graphicFrameChg>
      </pc:sldChg>
      <pc:sldChg chg="addSp delSp modSp add mod">
        <pc:chgData name="Chris Linn" userId="ba6e6f4d9442980f" providerId="LiveId" clId="{C5667CC9-0635-45A6-87F8-1E51AE8AC991}" dt="2026-02-13T00:12:27.996" v="2113" actId="20577"/>
        <pc:sldMkLst>
          <pc:docMk/>
          <pc:sldMk cId="3352001252" sldId="258"/>
        </pc:sldMkLst>
        <pc:spChg chg="add mod">
          <ac:chgData name="Chris Linn" userId="ba6e6f4d9442980f" providerId="LiveId" clId="{C5667CC9-0635-45A6-87F8-1E51AE8AC991}" dt="2026-02-12T20:59:22.394" v="1418" actId="1038"/>
          <ac:spMkLst>
            <pc:docMk/>
            <pc:sldMk cId="3352001252" sldId="258"/>
            <ac:spMk id="2" creationId="{1F9A2AF0-5470-CAA2-2D95-0664468A4F6C}"/>
          </ac:spMkLst>
        </pc:spChg>
        <pc:spChg chg="del mod">
          <ac:chgData name="Chris Linn" userId="ba6e6f4d9442980f" providerId="LiveId" clId="{C5667CC9-0635-45A6-87F8-1E51AE8AC991}" dt="2026-02-12T21:29:38.385" v="1964" actId="478"/>
          <ac:spMkLst>
            <pc:docMk/>
            <pc:sldMk cId="3352001252" sldId="258"/>
            <ac:spMk id="7" creationId="{FA5F6067-BDD5-3D69-DC5B-06AB08A57368}"/>
          </ac:spMkLst>
        </pc:spChg>
        <pc:spChg chg="del mod">
          <ac:chgData name="Chris Linn" userId="ba6e6f4d9442980f" providerId="LiveId" clId="{C5667CC9-0635-45A6-87F8-1E51AE8AC991}" dt="2026-02-12T21:29:38.385" v="1964" actId="478"/>
          <ac:spMkLst>
            <pc:docMk/>
            <pc:sldMk cId="3352001252" sldId="258"/>
            <ac:spMk id="8" creationId="{9F23797A-9004-7583-99B6-13512B496FE3}"/>
          </ac:spMkLst>
        </pc:spChg>
        <pc:spChg chg="del mod">
          <ac:chgData name="Chris Linn" userId="ba6e6f4d9442980f" providerId="LiveId" clId="{C5667CC9-0635-45A6-87F8-1E51AE8AC991}" dt="2026-02-12T21:29:38.385" v="1964" actId="478"/>
          <ac:spMkLst>
            <pc:docMk/>
            <pc:sldMk cId="3352001252" sldId="258"/>
            <ac:spMk id="9" creationId="{AC0A593D-4C3B-44C0-C9BB-F2C1852EFCE2}"/>
          </ac:spMkLst>
        </pc:spChg>
        <pc:spChg chg="del mod">
          <ac:chgData name="Chris Linn" userId="ba6e6f4d9442980f" providerId="LiveId" clId="{C5667CC9-0635-45A6-87F8-1E51AE8AC991}" dt="2026-02-12T21:29:38.385" v="1964" actId="478"/>
          <ac:spMkLst>
            <pc:docMk/>
            <pc:sldMk cId="3352001252" sldId="258"/>
            <ac:spMk id="12" creationId="{240B4E08-DBE4-323D-AFE9-B1E6FB3166E5}"/>
          </ac:spMkLst>
        </pc:spChg>
        <pc:spChg chg="mod">
          <ac:chgData name="Chris Linn" userId="ba6e6f4d9442980f" providerId="LiveId" clId="{C5667CC9-0635-45A6-87F8-1E51AE8AC991}" dt="2026-02-12T21:09:57.028" v="1522" actId="1035"/>
          <ac:spMkLst>
            <pc:docMk/>
            <pc:sldMk cId="3352001252" sldId="258"/>
            <ac:spMk id="14" creationId="{850262C2-0927-73A4-B0AE-1A596E819A93}"/>
          </ac:spMkLst>
        </pc:spChg>
        <pc:spChg chg="del mod">
          <ac:chgData name="Chris Linn" userId="ba6e6f4d9442980f" providerId="LiveId" clId="{C5667CC9-0635-45A6-87F8-1E51AE8AC991}" dt="2026-02-12T21:29:38.385" v="1964" actId="478"/>
          <ac:spMkLst>
            <pc:docMk/>
            <pc:sldMk cId="3352001252" sldId="258"/>
            <ac:spMk id="15" creationId="{37111BE4-6E24-C5CE-E3B8-11ACA21D8CF9}"/>
          </ac:spMkLst>
        </pc:spChg>
        <pc:spChg chg="del mod">
          <ac:chgData name="Chris Linn" userId="ba6e6f4d9442980f" providerId="LiveId" clId="{C5667CC9-0635-45A6-87F8-1E51AE8AC991}" dt="2026-02-12T21:29:38.385" v="1964" actId="478"/>
          <ac:spMkLst>
            <pc:docMk/>
            <pc:sldMk cId="3352001252" sldId="258"/>
            <ac:spMk id="16" creationId="{69C911BF-1021-890F-89CA-98464AFE4ED5}"/>
          </ac:spMkLst>
        </pc:spChg>
        <pc:spChg chg="mod">
          <ac:chgData name="Chris Linn" userId="ba6e6f4d9442980f" providerId="LiveId" clId="{C5667CC9-0635-45A6-87F8-1E51AE8AC991}" dt="2026-02-12T21:00:59.613" v="1446" actId="1035"/>
          <ac:spMkLst>
            <pc:docMk/>
            <pc:sldMk cId="3352001252" sldId="258"/>
            <ac:spMk id="18" creationId="{13273BFE-6274-71D2-F47A-C5F9586CF5D7}"/>
          </ac:spMkLst>
        </pc:spChg>
        <pc:spChg chg="del mod">
          <ac:chgData name="Chris Linn" userId="ba6e6f4d9442980f" providerId="LiveId" clId="{C5667CC9-0635-45A6-87F8-1E51AE8AC991}" dt="2026-02-12T21:29:38.385" v="1964" actId="478"/>
          <ac:spMkLst>
            <pc:docMk/>
            <pc:sldMk cId="3352001252" sldId="258"/>
            <ac:spMk id="19" creationId="{33ED5F59-0E51-4B42-829B-80FDD3D243EA}"/>
          </ac:spMkLst>
        </pc:spChg>
        <pc:spChg chg="del mod">
          <ac:chgData name="Chris Linn" userId="ba6e6f4d9442980f" providerId="LiveId" clId="{C5667CC9-0635-45A6-87F8-1E51AE8AC991}" dt="2026-02-12T21:29:38.385" v="1964" actId="478"/>
          <ac:spMkLst>
            <pc:docMk/>
            <pc:sldMk cId="3352001252" sldId="258"/>
            <ac:spMk id="20" creationId="{150190EE-5297-D666-F822-7C643439B194}"/>
          </ac:spMkLst>
        </pc:spChg>
        <pc:spChg chg="del">
          <ac:chgData name="Chris Linn" userId="ba6e6f4d9442980f" providerId="LiveId" clId="{C5667CC9-0635-45A6-87F8-1E51AE8AC991}" dt="2026-02-12T20:50:03.310" v="1062" actId="478"/>
          <ac:spMkLst>
            <pc:docMk/>
            <pc:sldMk cId="3352001252" sldId="258"/>
            <ac:spMk id="23" creationId="{439773AD-386E-4E11-3734-DCFA0D97C7A0}"/>
          </ac:spMkLst>
        </pc:spChg>
        <pc:spChg chg="del">
          <ac:chgData name="Chris Linn" userId="ba6e6f4d9442980f" providerId="LiveId" clId="{C5667CC9-0635-45A6-87F8-1E51AE8AC991}" dt="2026-02-12T20:50:03.310" v="1062" actId="478"/>
          <ac:spMkLst>
            <pc:docMk/>
            <pc:sldMk cId="3352001252" sldId="258"/>
            <ac:spMk id="27" creationId="{21FBE824-7884-84C3-5324-76CF288EFC77}"/>
          </ac:spMkLst>
        </pc:spChg>
        <pc:spChg chg="del">
          <ac:chgData name="Chris Linn" userId="ba6e6f4d9442980f" providerId="LiveId" clId="{C5667CC9-0635-45A6-87F8-1E51AE8AC991}" dt="2026-02-12T20:50:03.310" v="1062" actId="478"/>
          <ac:spMkLst>
            <pc:docMk/>
            <pc:sldMk cId="3352001252" sldId="258"/>
            <ac:spMk id="28" creationId="{927E6954-C835-BCB5-FA4B-76BA575AE58C}"/>
          </ac:spMkLst>
        </pc:spChg>
        <pc:spChg chg="del mod">
          <ac:chgData name="Chris Linn" userId="ba6e6f4d9442980f" providerId="LiveId" clId="{C5667CC9-0635-45A6-87F8-1E51AE8AC991}" dt="2026-02-12T21:29:38.385" v="1964" actId="478"/>
          <ac:spMkLst>
            <pc:docMk/>
            <pc:sldMk cId="3352001252" sldId="258"/>
            <ac:spMk id="29" creationId="{3BA737BD-5D4D-B1FE-2479-00BE649AA836}"/>
          </ac:spMkLst>
        </pc:spChg>
        <pc:spChg chg="del">
          <ac:chgData name="Chris Linn" userId="ba6e6f4d9442980f" providerId="LiveId" clId="{C5667CC9-0635-45A6-87F8-1E51AE8AC991}" dt="2026-02-12T20:50:03.310" v="1062" actId="478"/>
          <ac:spMkLst>
            <pc:docMk/>
            <pc:sldMk cId="3352001252" sldId="258"/>
            <ac:spMk id="30" creationId="{5137E24C-D437-8A7E-8AEA-F52DAEBAF36A}"/>
          </ac:spMkLst>
        </pc:spChg>
        <pc:spChg chg="del">
          <ac:chgData name="Chris Linn" userId="ba6e6f4d9442980f" providerId="LiveId" clId="{C5667CC9-0635-45A6-87F8-1E51AE8AC991}" dt="2026-02-12T20:50:03.310" v="1062" actId="478"/>
          <ac:spMkLst>
            <pc:docMk/>
            <pc:sldMk cId="3352001252" sldId="258"/>
            <ac:spMk id="31" creationId="{CF8286EE-1B53-607F-4053-6D664F0149FE}"/>
          </ac:spMkLst>
        </pc:spChg>
        <pc:spChg chg="add mod">
          <ac:chgData name="Chris Linn" userId="ba6e6f4d9442980f" providerId="LiveId" clId="{C5667CC9-0635-45A6-87F8-1E51AE8AC991}" dt="2026-02-12T21:00:59.613" v="1446" actId="1035"/>
          <ac:spMkLst>
            <pc:docMk/>
            <pc:sldMk cId="3352001252" sldId="258"/>
            <ac:spMk id="35" creationId="{7645211B-D021-B01E-DB8B-6916E7AE0D64}"/>
          </ac:spMkLst>
        </pc:spChg>
        <pc:spChg chg="add mod">
          <ac:chgData name="Chris Linn" userId="ba6e6f4d9442980f" providerId="LiveId" clId="{C5667CC9-0635-45A6-87F8-1E51AE8AC991}" dt="2026-02-12T21:09:57.028" v="1522" actId="1035"/>
          <ac:spMkLst>
            <pc:docMk/>
            <pc:sldMk cId="3352001252" sldId="258"/>
            <ac:spMk id="36" creationId="{76C9775F-3DF7-6D92-4D92-A80BDF72A092}"/>
          </ac:spMkLst>
        </pc:spChg>
        <pc:spChg chg="mod">
          <ac:chgData name="Chris Linn" userId="ba6e6f4d9442980f" providerId="LiveId" clId="{C5667CC9-0635-45A6-87F8-1E51AE8AC991}" dt="2026-02-12T21:00:53.973" v="1437" actId="14100"/>
          <ac:spMkLst>
            <pc:docMk/>
            <pc:sldMk cId="3352001252" sldId="258"/>
            <ac:spMk id="38" creationId="{B5B7435B-21BE-CAF3-DFFD-7D1AEC560CEA}"/>
          </ac:spMkLst>
        </pc:spChg>
        <pc:spChg chg="del">
          <ac:chgData name="Chris Linn" userId="ba6e6f4d9442980f" providerId="LiveId" clId="{C5667CC9-0635-45A6-87F8-1E51AE8AC991}" dt="2026-02-12T20:50:03.310" v="1062" actId="478"/>
          <ac:spMkLst>
            <pc:docMk/>
            <pc:sldMk cId="3352001252" sldId="258"/>
            <ac:spMk id="39" creationId="{B1D820C4-4464-7A0D-7716-9799FED4D9EF}"/>
          </ac:spMkLst>
        </pc:spChg>
        <pc:spChg chg="del">
          <ac:chgData name="Chris Linn" userId="ba6e6f4d9442980f" providerId="LiveId" clId="{C5667CC9-0635-45A6-87F8-1E51AE8AC991}" dt="2026-02-12T20:50:03.310" v="1062" actId="478"/>
          <ac:spMkLst>
            <pc:docMk/>
            <pc:sldMk cId="3352001252" sldId="258"/>
            <ac:spMk id="40" creationId="{E1359B4A-834F-9079-4F42-2B5724EF72F9}"/>
          </ac:spMkLst>
        </pc:spChg>
        <pc:spChg chg="del">
          <ac:chgData name="Chris Linn" userId="ba6e6f4d9442980f" providerId="LiveId" clId="{C5667CC9-0635-45A6-87F8-1E51AE8AC991}" dt="2026-02-12T20:50:03.310" v="1062" actId="478"/>
          <ac:spMkLst>
            <pc:docMk/>
            <pc:sldMk cId="3352001252" sldId="258"/>
            <ac:spMk id="41" creationId="{A36A4817-2A8C-138D-5406-8CFF42996E74}"/>
          </ac:spMkLst>
        </pc:spChg>
        <pc:spChg chg="del">
          <ac:chgData name="Chris Linn" userId="ba6e6f4d9442980f" providerId="LiveId" clId="{C5667CC9-0635-45A6-87F8-1E51AE8AC991}" dt="2026-02-12T20:50:03.310" v="1062" actId="478"/>
          <ac:spMkLst>
            <pc:docMk/>
            <pc:sldMk cId="3352001252" sldId="258"/>
            <ac:spMk id="42" creationId="{574EE6FA-0CC1-18F5-5B77-9312EB37614A}"/>
          </ac:spMkLst>
        </pc:spChg>
        <pc:spChg chg="del mod">
          <ac:chgData name="Chris Linn" userId="ba6e6f4d9442980f" providerId="LiveId" clId="{C5667CC9-0635-45A6-87F8-1E51AE8AC991}" dt="2026-02-12T21:29:38.385" v="1964" actId="478"/>
          <ac:spMkLst>
            <pc:docMk/>
            <pc:sldMk cId="3352001252" sldId="258"/>
            <ac:spMk id="44" creationId="{7FC7A12A-42B7-7779-99D5-91A4239E7313}"/>
          </ac:spMkLst>
        </pc:spChg>
        <pc:spChg chg="del">
          <ac:chgData name="Chris Linn" userId="ba6e6f4d9442980f" providerId="LiveId" clId="{C5667CC9-0635-45A6-87F8-1E51AE8AC991}" dt="2026-02-12T20:50:03.310" v="1062" actId="478"/>
          <ac:spMkLst>
            <pc:docMk/>
            <pc:sldMk cId="3352001252" sldId="258"/>
            <ac:spMk id="45" creationId="{8ED8D33E-828B-C647-274F-79031184759E}"/>
          </ac:spMkLst>
        </pc:spChg>
        <pc:spChg chg="mod">
          <ac:chgData name="Chris Linn" userId="ba6e6f4d9442980f" providerId="LiveId" clId="{C5667CC9-0635-45A6-87F8-1E51AE8AC991}" dt="2026-02-13T00:12:27.996" v="2113" actId="20577"/>
          <ac:spMkLst>
            <pc:docMk/>
            <pc:sldMk cId="3352001252" sldId="258"/>
            <ac:spMk id="46" creationId="{CFEE9636-08B8-0FCD-F66D-EBC4DF519F21}"/>
          </ac:spMkLst>
        </pc:spChg>
        <pc:spChg chg="add del mod">
          <ac:chgData name="Chris Linn" userId="ba6e6f4d9442980f" providerId="LiveId" clId="{C5667CC9-0635-45A6-87F8-1E51AE8AC991}" dt="2026-02-12T21:11:12.568" v="1534" actId="478"/>
          <ac:spMkLst>
            <pc:docMk/>
            <pc:sldMk cId="3352001252" sldId="258"/>
            <ac:spMk id="71" creationId="{CE4711E7-55EB-685E-3C60-CEF16DA1FE82}"/>
          </ac:spMkLst>
        </pc:spChg>
        <pc:spChg chg="add mod">
          <ac:chgData name="Chris Linn" userId="ba6e6f4d9442980f" providerId="LiveId" clId="{C5667CC9-0635-45A6-87F8-1E51AE8AC991}" dt="2026-02-12T21:29:38.862" v="1965"/>
          <ac:spMkLst>
            <pc:docMk/>
            <pc:sldMk cId="3352001252" sldId="258"/>
            <ac:spMk id="73" creationId="{8B64D0C8-339E-A9FB-AA3E-82BA86EDFE91}"/>
          </ac:spMkLst>
        </pc:spChg>
        <pc:spChg chg="add mod">
          <ac:chgData name="Chris Linn" userId="ba6e6f4d9442980f" providerId="LiveId" clId="{C5667CC9-0635-45A6-87F8-1E51AE8AC991}" dt="2026-02-12T21:29:38.862" v="1965"/>
          <ac:spMkLst>
            <pc:docMk/>
            <pc:sldMk cId="3352001252" sldId="258"/>
            <ac:spMk id="79" creationId="{BFF7B148-11A5-A766-3707-8DE0368EF870}"/>
          </ac:spMkLst>
        </pc:spChg>
        <pc:spChg chg="add mod">
          <ac:chgData name="Chris Linn" userId="ba6e6f4d9442980f" providerId="LiveId" clId="{C5667CC9-0635-45A6-87F8-1E51AE8AC991}" dt="2026-02-12T21:29:38.862" v="1965"/>
          <ac:spMkLst>
            <pc:docMk/>
            <pc:sldMk cId="3352001252" sldId="258"/>
            <ac:spMk id="81" creationId="{2C8E7C53-1521-FA17-C12A-3141A784FE16}"/>
          </ac:spMkLst>
        </pc:spChg>
        <pc:spChg chg="add mod">
          <ac:chgData name="Chris Linn" userId="ba6e6f4d9442980f" providerId="LiveId" clId="{C5667CC9-0635-45A6-87F8-1E51AE8AC991}" dt="2026-02-12T21:29:38.862" v="1965"/>
          <ac:spMkLst>
            <pc:docMk/>
            <pc:sldMk cId="3352001252" sldId="258"/>
            <ac:spMk id="82" creationId="{29B00A1E-873F-80A0-BE1D-006C59400602}"/>
          </ac:spMkLst>
        </pc:spChg>
        <pc:spChg chg="add mod">
          <ac:chgData name="Chris Linn" userId="ba6e6f4d9442980f" providerId="LiveId" clId="{C5667CC9-0635-45A6-87F8-1E51AE8AC991}" dt="2026-02-12T21:29:38.862" v="1965"/>
          <ac:spMkLst>
            <pc:docMk/>
            <pc:sldMk cId="3352001252" sldId="258"/>
            <ac:spMk id="83" creationId="{769348D2-7140-7239-86BF-349C5BDF34D7}"/>
          </ac:spMkLst>
        </pc:spChg>
        <pc:spChg chg="add mod">
          <ac:chgData name="Chris Linn" userId="ba6e6f4d9442980f" providerId="LiveId" clId="{C5667CC9-0635-45A6-87F8-1E51AE8AC991}" dt="2026-02-12T21:29:38.862" v="1965"/>
          <ac:spMkLst>
            <pc:docMk/>
            <pc:sldMk cId="3352001252" sldId="258"/>
            <ac:spMk id="85" creationId="{8602F2DD-85D9-04D5-DB07-81684BB55D9C}"/>
          </ac:spMkLst>
        </pc:spChg>
        <pc:spChg chg="add mod">
          <ac:chgData name="Chris Linn" userId="ba6e6f4d9442980f" providerId="LiveId" clId="{C5667CC9-0635-45A6-87F8-1E51AE8AC991}" dt="2026-02-12T21:29:38.862" v="1965"/>
          <ac:spMkLst>
            <pc:docMk/>
            <pc:sldMk cId="3352001252" sldId="258"/>
            <ac:spMk id="87" creationId="{2CB3CE80-46A3-C49D-47A4-A2F6C40A9E2C}"/>
          </ac:spMkLst>
        </pc:spChg>
        <pc:spChg chg="add mod">
          <ac:chgData name="Chris Linn" userId="ba6e6f4d9442980f" providerId="LiveId" clId="{C5667CC9-0635-45A6-87F8-1E51AE8AC991}" dt="2026-02-12T21:29:38.862" v="1965"/>
          <ac:spMkLst>
            <pc:docMk/>
            <pc:sldMk cId="3352001252" sldId="258"/>
            <ac:spMk id="88" creationId="{77B4549D-0D44-7980-589A-EAD37AED7281}"/>
          </ac:spMkLst>
        </pc:spChg>
        <pc:spChg chg="add mod">
          <ac:chgData name="Chris Linn" userId="ba6e6f4d9442980f" providerId="LiveId" clId="{C5667CC9-0635-45A6-87F8-1E51AE8AC991}" dt="2026-02-12T21:29:38.862" v="1965"/>
          <ac:spMkLst>
            <pc:docMk/>
            <pc:sldMk cId="3352001252" sldId="258"/>
            <ac:spMk id="89" creationId="{89357131-9B81-57E8-2540-CD71BE8646F9}"/>
          </ac:spMkLst>
        </pc:spChg>
        <pc:spChg chg="add mod">
          <ac:chgData name="Chris Linn" userId="ba6e6f4d9442980f" providerId="LiveId" clId="{C5667CC9-0635-45A6-87F8-1E51AE8AC991}" dt="2026-02-12T21:29:38.862" v="1965"/>
          <ac:spMkLst>
            <pc:docMk/>
            <pc:sldMk cId="3352001252" sldId="258"/>
            <ac:spMk id="91" creationId="{28A69850-59D2-EEE4-C6E3-68635D4F61DD}"/>
          </ac:spMkLst>
        </pc:spChg>
        <pc:graphicFrameChg chg="del mod modGraphic">
          <ac:chgData name="Chris Linn" userId="ba6e6f4d9442980f" providerId="LiveId" clId="{C5667CC9-0635-45A6-87F8-1E51AE8AC991}" dt="2026-02-12T21:30:00.530" v="1968" actId="478"/>
          <ac:graphicFrameMkLst>
            <pc:docMk/>
            <pc:sldMk cId="3352001252" sldId="258"/>
            <ac:graphicFrameMk id="4" creationId="{32807840-7BB6-2864-74D1-4B1F01105C10}"/>
          </ac:graphicFrameMkLst>
        </pc:graphicFrameChg>
        <pc:graphicFrameChg chg="add mod modGraphic">
          <ac:chgData name="Chris Linn" userId="ba6e6f4d9442980f" providerId="LiveId" clId="{C5667CC9-0635-45A6-87F8-1E51AE8AC991}" dt="2026-02-12T21:45:28.269" v="2085"/>
          <ac:graphicFrameMkLst>
            <pc:docMk/>
            <pc:sldMk cId="3352001252" sldId="258"/>
            <ac:graphicFrameMk id="102" creationId="{021CBCD3-7709-C08D-2D32-DD900F9E5AB7}"/>
          </ac:graphicFrameMkLst>
        </pc:graphicFrameChg>
        <pc:cxnChg chg="mod">
          <ac:chgData name="Chris Linn" userId="ba6e6f4d9442980f" providerId="LiveId" clId="{C5667CC9-0635-45A6-87F8-1E51AE8AC991}" dt="2026-02-12T21:00:53.973" v="1437" actId="14100"/>
          <ac:cxnSpMkLst>
            <pc:docMk/>
            <pc:sldMk cId="3352001252" sldId="258"/>
            <ac:cxnSpMk id="10" creationId="{C9042E45-B4BD-05D9-B971-A143E7D614C5}"/>
          </ac:cxnSpMkLst>
        </pc:cxnChg>
        <pc:cxnChg chg="mod">
          <ac:chgData name="Chris Linn" userId="ba6e6f4d9442980f" providerId="LiveId" clId="{C5667CC9-0635-45A6-87F8-1E51AE8AC991}" dt="2026-02-12T21:00:53.973" v="1437" actId="14100"/>
          <ac:cxnSpMkLst>
            <pc:docMk/>
            <pc:sldMk cId="3352001252" sldId="258"/>
            <ac:cxnSpMk id="13" creationId="{41298856-2283-9D1B-F401-4CF5132803CA}"/>
          </ac:cxnSpMkLst>
        </pc:cxnChg>
        <pc:cxnChg chg="mod">
          <ac:chgData name="Chris Linn" userId="ba6e6f4d9442980f" providerId="LiveId" clId="{C5667CC9-0635-45A6-87F8-1E51AE8AC991}" dt="2026-02-12T21:00:53.973" v="1437" actId="14100"/>
          <ac:cxnSpMkLst>
            <pc:docMk/>
            <pc:sldMk cId="3352001252" sldId="258"/>
            <ac:cxnSpMk id="17" creationId="{AFD5DEEF-A4F2-29BC-DD1A-54A584FD2202}"/>
          </ac:cxnSpMkLst>
        </pc:cxnChg>
        <pc:cxnChg chg="del mod">
          <ac:chgData name="Chris Linn" userId="ba6e6f4d9442980f" providerId="LiveId" clId="{C5667CC9-0635-45A6-87F8-1E51AE8AC991}" dt="2026-02-12T20:59:01.888" v="1401" actId="478"/>
          <ac:cxnSpMkLst>
            <pc:docMk/>
            <pc:sldMk cId="3352001252" sldId="258"/>
            <ac:cxnSpMk id="21" creationId="{6A590C08-AA20-360D-6CF5-341F26E6697D}"/>
          </ac:cxnSpMkLst>
        </pc:cxnChg>
        <pc:cxnChg chg="del mod">
          <ac:chgData name="Chris Linn" userId="ba6e6f4d9442980f" providerId="LiveId" clId="{C5667CC9-0635-45A6-87F8-1E51AE8AC991}" dt="2026-02-12T20:51:30.736" v="1214" actId="478"/>
          <ac:cxnSpMkLst>
            <pc:docMk/>
            <pc:sldMk cId="3352001252" sldId="258"/>
            <ac:cxnSpMk id="50" creationId="{C19A54B4-2A72-BEE0-4AFE-7BB38CD1C985}"/>
          </ac:cxnSpMkLst>
        </pc:cxnChg>
        <pc:cxnChg chg="add mod ord">
          <ac:chgData name="Chris Linn" userId="ba6e6f4d9442980f" providerId="LiveId" clId="{C5667CC9-0635-45A6-87F8-1E51AE8AC991}" dt="2026-02-12T21:00:53.973" v="1437" actId="14100"/>
          <ac:cxnSpMkLst>
            <pc:docMk/>
            <pc:sldMk cId="3352001252" sldId="258"/>
            <ac:cxnSpMk id="57" creationId="{D90E4E43-9128-B047-52C0-FA269A179546}"/>
          </ac:cxnSpMkLst>
        </pc:cxnChg>
        <pc:cxnChg chg="add mod">
          <ac:chgData name="Chris Linn" userId="ba6e6f4d9442980f" providerId="LiveId" clId="{C5667CC9-0635-45A6-87F8-1E51AE8AC991}" dt="2026-02-12T21:00:53.973" v="1437" actId="14100"/>
          <ac:cxnSpMkLst>
            <pc:docMk/>
            <pc:sldMk cId="3352001252" sldId="258"/>
            <ac:cxnSpMk id="59" creationId="{1C391D72-1489-9171-EDCD-C042ED1D775D}"/>
          </ac:cxnSpMkLst>
        </pc:cxnChg>
      </pc:sldChg>
      <pc:sldChg chg="addSp new del mod ord">
        <pc:chgData name="Chris Linn" userId="ba6e6f4d9442980f" providerId="LiveId" clId="{C5667CC9-0635-45A6-87F8-1E51AE8AC991}" dt="2026-02-12T16:15:33.923" v="416" actId="47"/>
        <pc:sldMkLst>
          <pc:docMk/>
          <pc:sldMk cId="3862921454" sldId="258"/>
        </pc:sldMkLst>
        <pc:picChg chg="add">
          <ac:chgData name="Chris Linn" userId="ba6e6f4d9442980f" providerId="LiveId" clId="{C5667CC9-0635-45A6-87F8-1E51AE8AC991}" dt="2026-02-12T14:58:04.578" v="58" actId="22"/>
          <ac:picMkLst>
            <pc:docMk/>
            <pc:sldMk cId="3862921454" sldId="258"/>
            <ac:picMk id="3" creationId="{D598B784-4A2E-705F-4EB0-1A8219C71F5E}"/>
          </ac:picMkLst>
        </pc:picChg>
      </pc:sldChg>
      <pc:sldChg chg="addSp delSp modSp new mod ord modClrScheme chgLayout">
        <pc:chgData name="Chris Linn" userId="ba6e6f4d9442980f" providerId="LiveId" clId="{C5667CC9-0635-45A6-87F8-1E51AE8AC991}" dt="2026-02-12T21:14:49.624" v="1637" actId="20577"/>
        <pc:sldMkLst>
          <pc:docMk/>
          <pc:sldMk cId="1851941786" sldId="259"/>
        </pc:sldMkLst>
        <pc:spChg chg="del mod ord">
          <ac:chgData name="Chris Linn" userId="ba6e6f4d9442980f" providerId="LiveId" clId="{C5667CC9-0635-45A6-87F8-1E51AE8AC991}" dt="2026-02-12T21:13:54.650" v="1540" actId="700"/>
          <ac:spMkLst>
            <pc:docMk/>
            <pc:sldMk cId="1851941786" sldId="259"/>
            <ac:spMk id="2" creationId="{6F37D591-8541-6D7F-51FF-90360970EB14}"/>
          </ac:spMkLst>
        </pc:spChg>
        <pc:spChg chg="add mod ord">
          <ac:chgData name="Chris Linn" userId="ba6e6f4d9442980f" providerId="LiveId" clId="{C5667CC9-0635-45A6-87F8-1E51AE8AC991}" dt="2026-02-12T21:14:49.624" v="1637" actId="20577"/>
          <ac:spMkLst>
            <pc:docMk/>
            <pc:sldMk cId="1851941786" sldId="259"/>
            <ac:spMk id="3" creationId="{908375A5-BBEB-E818-90A2-082C1DA5C684}"/>
          </ac:spMkLst>
        </pc:spChg>
        <pc:spChg chg="add mod ord">
          <ac:chgData name="Chris Linn" userId="ba6e6f4d9442980f" providerId="LiveId" clId="{C5667CC9-0635-45A6-87F8-1E51AE8AC991}" dt="2026-02-12T21:14:27.445" v="1603" actId="20577"/>
          <ac:spMkLst>
            <pc:docMk/>
            <pc:sldMk cId="1851941786" sldId="259"/>
            <ac:spMk id="4" creationId="{A9E9C76A-1192-DAD7-CBF7-BC06D71EA858}"/>
          </ac:spMkLst>
        </pc:spChg>
      </pc:sldChg>
      <pc:sldChg chg="addSp delSp modSp new del mod ord">
        <pc:chgData name="Chris Linn" userId="ba6e6f4d9442980f" providerId="LiveId" clId="{C5667CC9-0635-45A6-87F8-1E51AE8AC991}" dt="2026-02-12T20:03:48.838" v="482" actId="47"/>
        <pc:sldMkLst>
          <pc:docMk/>
          <pc:sldMk cId="4160416788" sldId="259"/>
        </pc:sldMkLst>
        <pc:spChg chg="add mod">
          <ac:chgData name="Chris Linn" userId="ba6e6f4d9442980f" providerId="LiveId" clId="{C5667CC9-0635-45A6-87F8-1E51AE8AC991}" dt="2026-02-12T16:40:00.440" v="465" actId="20577"/>
          <ac:spMkLst>
            <pc:docMk/>
            <pc:sldMk cId="4160416788" sldId="259"/>
            <ac:spMk id="2" creationId="{ED77DE6F-D4CF-38A2-8F9E-47A56C28BD1A}"/>
          </ac:spMkLst>
        </pc:spChg>
        <pc:spChg chg="add del">
          <ac:chgData name="Chris Linn" userId="ba6e6f4d9442980f" providerId="LiveId" clId="{C5667CC9-0635-45A6-87F8-1E51AE8AC991}" dt="2026-02-12T15:49:29.260" v="107" actId="22"/>
          <ac:spMkLst>
            <pc:docMk/>
            <pc:sldMk cId="4160416788" sldId="259"/>
            <ac:spMk id="3" creationId="{6385C4D3-6A8F-A8D4-36FD-249A9B5E7DDA}"/>
          </ac:spMkLst>
        </pc:spChg>
        <pc:spChg chg="add del mod">
          <ac:chgData name="Chris Linn" userId="ba6e6f4d9442980f" providerId="LiveId" clId="{C5667CC9-0635-45A6-87F8-1E51AE8AC991}" dt="2026-02-12T15:49:48.779" v="111" actId="478"/>
          <ac:spMkLst>
            <pc:docMk/>
            <pc:sldMk cId="4160416788" sldId="259"/>
            <ac:spMk id="5" creationId="{E230C083-C144-EDE0-0657-D9D6E8BC9042}"/>
          </ac:spMkLst>
        </pc:spChg>
        <pc:spChg chg="add del mod">
          <ac:chgData name="Chris Linn" userId="ba6e6f4d9442980f" providerId="LiveId" clId="{C5667CC9-0635-45A6-87F8-1E51AE8AC991}" dt="2026-02-12T15:50:14.348" v="120" actId="478"/>
          <ac:spMkLst>
            <pc:docMk/>
            <pc:sldMk cId="4160416788" sldId="259"/>
            <ac:spMk id="6" creationId="{645B1E9C-7EF9-16F1-FC2F-BA383CB0A62D}"/>
          </ac:spMkLst>
        </pc:spChg>
        <pc:spChg chg="add del mod">
          <ac:chgData name="Chris Linn" userId="ba6e6f4d9442980f" providerId="LiveId" clId="{C5667CC9-0635-45A6-87F8-1E51AE8AC991}" dt="2026-02-12T15:50:14.348" v="120" actId="478"/>
          <ac:spMkLst>
            <pc:docMk/>
            <pc:sldMk cId="4160416788" sldId="259"/>
            <ac:spMk id="7" creationId="{3E0B6507-DBD6-1FA0-C044-7B773EFC5657}"/>
          </ac:spMkLst>
        </pc:spChg>
        <pc:spChg chg="add del mod">
          <ac:chgData name="Chris Linn" userId="ba6e6f4d9442980f" providerId="LiveId" clId="{C5667CC9-0635-45A6-87F8-1E51AE8AC991}" dt="2026-02-12T15:50:14.348" v="120" actId="478"/>
          <ac:spMkLst>
            <pc:docMk/>
            <pc:sldMk cId="4160416788" sldId="259"/>
            <ac:spMk id="8" creationId="{3C765670-DDFC-F9DA-374B-5CBFFA29D1FA}"/>
          </ac:spMkLst>
        </pc:spChg>
        <pc:spChg chg="add del mod">
          <ac:chgData name="Chris Linn" userId="ba6e6f4d9442980f" providerId="LiveId" clId="{C5667CC9-0635-45A6-87F8-1E51AE8AC991}" dt="2026-02-12T15:50:14.348" v="120" actId="478"/>
          <ac:spMkLst>
            <pc:docMk/>
            <pc:sldMk cId="4160416788" sldId="259"/>
            <ac:spMk id="9" creationId="{E4846F2F-BCCD-8CF5-AC0C-F452F23E9E8C}"/>
          </ac:spMkLst>
        </pc:spChg>
        <pc:spChg chg="add del mod">
          <ac:chgData name="Chris Linn" userId="ba6e6f4d9442980f" providerId="LiveId" clId="{C5667CC9-0635-45A6-87F8-1E51AE8AC991}" dt="2026-02-12T15:50:14.348" v="120" actId="478"/>
          <ac:spMkLst>
            <pc:docMk/>
            <pc:sldMk cId="4160416788" sldId="259"/>
            <ac:spMk id="10" creationId="{6B3A179B-953C-4D50-19BF-072AAD4D9D1A}"/>
          </ac:spMkLst>
        </pc:spChg>
        <pc:spChg chg="add mod">
          <ac:chgData name="Chris Linn" userId="ba6e6f4d9442980f" providerId="LiveId" clId="{C5667CC9-0635-45A6-87F8-1E51AE8AC991}" dt="2026-02-12T16:39:44.939" v="442" actId="1036"/>
          <ac:spMkLst>
            <pc:docMk/>
            <pc:sldMk cId="4160416788" sldId="259"/>
            <ac:spMk id="11" creationId="{F2CA1D8A-6165-E4AA-30B0-7FBA77C93159}"/>
          </ac:spMkLst>
        </pc:spChg>
        <pc:spChg chg="add mod">
          <ac:chgData name="Chris Linn" userId="ba6e6f4d9442980f" providerId="LiveId" clId="{C5667CC9-0635-45A6-87F8-1E51AE8AC991}" dt="2026-02-12T16:39:44.939" v="442" actId="1036"/>
          <ac:spMkLst>
            <pc:docMk/>
            <pc:sldMk cId="4160416788" sldId="259"/>
            <ac:spMk id="12" creationId="{37AAB362-2295-2199-2C4B-FCCE01B535FD}"/>
          </ac:spMkLst>
        </pc:spChg>
        <pc:spChg chg="add mod">
          <ac:chgData name="Chris Linn" userId="ba6e6f4d9442980f" providerId="LiveId" clId="{C5667CC9-0635-45A6-87F8-1E51AE8AC991}" dt="2026-02-12T16:39:44.939" v="442" actId="1036"/>
          <ac:spMkLst>
            <pc:docMk/>
            <pc:sldMk cId="4160416788" sldId="259"/>
            <ac:spMk id="13" creationId="{A22A8832-B911-29D3-8964-AF5795B48698}"/>
          </ac:spMkLst>
        </pc:spChg>
        <pc:spChg chg="add mod">
          <ac:chgData name="Chris Linn" userId="ba6e6f4d9442980f" providerId="LiveId" clId="{C5667CC9-0635-45A6-87F8-1E51AE8AC991}" dt="2026-02-12T16:39:44.939" v="442" actId="1036"/>
          <ac:spMkLst>
            <pc:docMk/>
            <pc:sldMk cId="4160416788" sldId="259"/>
            <ac:spMk id="14" creationId="{D6DDBA74-A019-ACA8-A5CF-0227610CE60E}"/>
          </ac:spMkLst>
        </pc:spChg>
        <pc:spChg chg="add mod">
          <ac:chgData name="Chris Linn" userId="ba6e6f4d9442980f" providerId="LiveId" clId="{C5667CC9-0635-45A6-87F8-1E51AE8AC991}" dt="2026-02-12T16:39:44.939" v="442" actId="1036"/>
          <ac:spMkLst>
            <pc:docMk/>
            <pc:sldMk cId="4160416788" sldId="259"/>
            <ac:spMk id="15" creationId="{205AE480-E282-A7B1-1242-DD4F4E58CA35}"/>
          </ac:spMkLst>
        </pc:spChg>
        <pc:spChg chg="add mod">
          <ac:chgData name="Chris Linn" userId="ba6e6f4d9442980f" providerId="LiveId" clId="{C5667CC9-0635-45A6-87F8-1E51AE8AC991}" dt="2026-02-12T16:39:44.939" v="442" actId="1036"/>
          <ac:spMkLst>
            <pc:docMk/>
            <pc:sldMk cId="4160416788" sldId="259"/>
            <ac:spMk id="16" creationId="{E65CA9ED-DFC1-D237-C455-E0378E56AA3A}"/>
          </ac:spMkLst>
        </pc:spChg>
        <pc:cxnChg chg="add mod">
          <ac:chgData name="Chris Linn" userId="ba6e6f4d9442980f" providerId="LiveId" clId="{C5667CC9-0635-45A6-87F8-1E51AE8AC991}" dt="2026-02-12T16:39:44.939" v="442" actId="1036"/>
          <ac:cxnSpMkLst>
            <pc:docMk/>
            <pc:sldMk cId="4160416788" sldId="259"/>
            <ac:cxnSpMk id="18" creationId="{FC5A3389-7B8D-BD98-C0FC-6E00C2694835}"/>
          </ac:cxnSpMkLst>
        </pc:cxnChg>
        <pc:cxnChg chg="add mod">
          <ac:chgData name="Chris Linn" userId="ba6e6f4d9442980f" providerId="LiveId" clId="{C5667CC9-0635-45A6-87F8-1E51AE8AC991}" dt="2026-02-12T15:55:56.884" v="188" actId="12788"/>
          <ac:cxnSpMkLst>
            <pc:docMk/>
            <pc:sldMk cId="4160416788" sldId="259"/>
            <ac:cxnSpMk id="20" creationId="{D71BF9F4-C47D-96D1-631D-66B04155283A}"/>
          </ac:cxnSpMkLst>
        </pc:cxnChg>
        <pc:cxnChg chg="add mod">
          <ac:chgData name="Chris Linn" userId="ba6e6f4d9442980f" providerId="LiveId" clId="{C5667CC9-0635-45A6-87F8-1E51AE8AC991}" dt="2026-02-12T16:39:44.939" v="442" actId="1036"/>
          <ac:cxnSpMkLst>
            <pc:docMk/>
            <pc:sldMk cId="4160416788" sldId="259"/>
            <ac:cxnSpMk id="23" creationId="{A7285C8D-5487-822B-AE39-A70387994428}"/>
          </ac:cxnSpMkLst>
        </pc:cxnChg>
        <pc:cxnChg chg="add mod">
          <ac:chgData name="Chris Linn" userId="ba6e6f4d9442980f" providerId="LiveId" clId="{C5667CC9-0635-45A6-87F8-1E51AE8AC991}" dt="2026-02-12T16:39:44.939" v="442" actId="1036"/>
          <ac:cxnSpMkLst>
            <pc:docMk/>
            <pc:sldMk cId="4160416788" sldId="259"/>
            <ac:cxnSpMk id="26" creationId="{075DCFCA-9C30-3AC1-6416-48D74233B6FD}"/>
          </ac:cxnSpMkLst>
        </pc:cxnChg>
        <pc:cxnChg chg="add mod">
          <ac:chgData name="Chris Linn" userId="ba6e6f4d9442980f" providerId="LiveId" clId="{C5667CC9-0635-45A6-87F8-1E51AE8AC991}" dt="2026-02-12T16:39:44.939" v="442" actId="1036"/>
          <ac:cxnSpMkLst>
            <pc:docMk/>
            <pc:sldMk cId="4160416788" sldId="259"/>
            <ac:cxnSpMk id="30" creationId="{9F80870E-FD27-4E3E-F35B-CD30CD983DB4}"/>
          </ac:cxnSpMkLst>
        </pc:cxnChg>
      </pc:sldChg>
      <pc:sldChg chg="addSp delSp modSp add mod modClrScheme chgLayout">
        <pc:chgData name="Chris Linn" userId="ba6e6f4d9442980f" providerId="LiveId" clId="{C5667CC9-0635-45A6-87F8-1E51AE8AC991}" dt="2026-02-12T21:15:01.908" v="1656" actId="20577"/>
        <pc:sldMkLst>
          <pc:docMk/>
          <pc:sldMk cId="1657590494" sldId="260"/>
        </pc:sldMkLst>
        <pc:spChg chg="add mod ord">
          <ac:chgData name="Chris Linn" userId="ba6e6f4d9442980f" providerId="LiveId" clId="{C5667CC9-0635-45A6-87F8-1E51AE8AC991}" dt="2026-02-12T21:14:14.167" v="1571" actId="700"/>
          <ac:spMkLst>
            <pc:docMk/>
            <pc:sldMk cId="1657590494" sldId="260"/>
            <ac:spMk id="2" creationId="{3C849E07-5CCD-210D-E908-034271FB176E}"/>
          </ac:spMkLst>
        </pc:spChg>
        <pc:spChg chg="mod ord">
          <ac:chgData name="Chris Linn" userId="ba6e6f4d9442980f" providerId="LiveId" clId="{C5667CC9-0635-45A6-87F8-1E51AE8AC991}" dt="2026-02-12T21:15:01.908" v="1656" actId="20577"/>
          <ac:spMkLst>
            <pc:docMk/>
            <pc:sldMk cId="1657590494" sldId="260"/>
            <ac:spMk id="3" creationId="{869FED65-1802-9095-BAC1-F392DA81A2F4}"/>
          </ac:spMkLst>
        </pc:spChg>
        <pc:spChg chg="del mod ord">
          <ac:chgData name="Chris Linn" userId="ba6e6f4d9442980f" providerId="LiveId" clId="{C5667CC9-0635-45A6-87F8-1E51AE8AC991}" dt="2026-02-12T21:14:14.167" v="1571" actId="700"/>
          <ac:spMkLst>
            <pc:docMk/>
            <pc:sldMk cId="1657590494" sldId="260"/>
            <ac:spMk id="4" creationId="{EEE4CD41-77BD-AF6C-A1F4-93ADB760F96E}"/>
          </ac:spMkLst>
        </pc:spChg>
      </pc:sldChg>
      <pc:sldChg chg="modSp add mod">
        <pc:chgData name="Chris Linn" userId="ba6e6f4d9442980f" providerId="LiveId" clId="{C5667CC9-0635-45A6-87F8-1E51AE8AC991}" dt="2026-02-12T21:15:34.507" v="1667" actId="20577"/>
        <pc:sldMkLst>
          <pc:docMk/>
          <pc:sldMk cId="3280157703" sldId="261"/>
        </pc:sldMkLst>
        <pc:spChg chg="mod">
          <ac:chgData name="Chris Linn" userId="ba6e6f4d9442980f" providerId="LiveId" clId="{C5667CC9-0635-45A6-87F8-1E51AE8AC991}" dt="2026-02-12T21:15:34.507" v="1667" actId="20577"/>
          <ac:spMkLst>
            <pc:docMk/>
            <pc:sldMk cId="3280157703" sldId="261"/>
            <ac:spMk id="3" creationId="{CE3B727D-84CC-3A7E-57D3-B987F15E9708}"/>
          </ac:spMkLst>
        </pc:spChg>
      </pc:sldChg>
      <pc:sldChg chg="addSp modSp add mod">
        <pc:chgData name="Chris Linn" userId="ba6e6f4d9442980f" providerId="LiveId" clId="{C5667CC9-0635-45A6-87F8-1E51AE8AC991}" dt="2026-02-13T00:13:18.765" v="2117" actId="207"/>
        <pc:sldMkLst>
          <pc:docMk/>
          <pc:sldMk cId="873044034" sldId="262"/>
        </pc:sldMkLst>
        <pc:spChg chg="add mod">
          <ac:chgData name="Chris Linn" userId="ba6e6f4d9442980f" providerId="LiveId" clId="{C5667CC9-0635-45A6-87F8-1E51AE8AC991}" dt="2026-02-12T21:22:34.523" v="1841"/>
          <ac:spMkLst>
            <pc:docMk/>
            <pc:sldMk cId="873044034" sldId="262"/>
            <ac:spMk id="3" creationId="{BB26231A-3FC9-FAC1-B596-F86A09680EED}"/>
          </ac:spMkLst>
        </pc:spChg>
        <pc:spChg chg="add mod">
          <ac:chgData name="Chris Linn" userId="ba6e6f4d9442980f" providerId="LiveId" clId="{C5667CC9-0635-45A6-87F8-1E51AE8AC991}" dt="2026-02-12T21:25:06.567" v="1912" actId="207"/>
          <ac:spMkLst>
            <pc:docMk/>
            <pc:sldMk cId="873044034" sldId="262"/>
            <ac:spMk id="10" creationId="{E51CA9E0-6E7B-54D4-8917-458987A2F8AA}"/>
          </ac:spMkLst>
        </pc:spChg>
        <pc:spChg chg="add mod">
          <ac:chgData name="Chris Linn" userId="ba6e6f4d9442980f" providerId="LiveId" clId="{C5667CC9-0635-45A6-87F8-1E51AE8AC991}" dt="2026-02-12T21:25:51.742" v="1921" actId="14100"/>
          <ac:spMkLst>
            <pc:docMk/>
            <pc:sldMk cId="873044034" sldId="262"/>
            <ac:spMk id="11" creationId="{EB4E5AF6-8080-E103-26D2-EAD5BD22ED73}"/>
          </ac:spMkLst>
        </pc:spChg>
        <pc:spChg chg="mod">
          <ac:chgData name="Chris Linn" userId="ba6e6f4d9442980f" providerId="LiveId" clId="{C5667CC9-0635-45A6-87F8-1E51AE8AC991}" dt="2026-02-12T21:20:37.447" v="1801" actId="207"/>
          <ac:spMkLst>
            <pc:docMk/>
            <pc:sldMk cId="873044034" sldId="262"/>
            <ac:spMk id="30" creationId="{3574F598-8B8E-52A1-BFF0-AA6294D152AD}"/>
          </ac:spMkLst>
        </pc:spChg>
        <pc:spChg chg="mod">
          <ac:chgData name="Chris Linn" userId="ba6e6f4d9442980f" providerId="LiveId" clId="{C5667CC9-0635-45A6-87F8-1E51AE8AC991}" dt="2026-02-12T21:25:45.583" v="1920" actId="552"/>
          <ac:spMkLst>
            <pc:docMk/>
            <pc:sldMk cId="873044034" sldId="262"/>
            <ac:spMk id="39" creationId="{A3D2F9F5-963C-5A76-77A2-F70846A323E1}"/>
          </ac:spMkLst>
        </pc:spChg>
        <pc:spChg chg="mod">
          <ac:chgData name="Chris Linn" userId="ba6e6f4d9442980f" providerId="LiveId" clId="{C5667CC9-0635-45A6-87F8-1E51AE8AC991}" dt="2026-02-12T21:23:42.646" v="1853" actId="207"/>
          <ac:spMkLst>
            <pc:docMk/>
            <pc:sldMk cId="873044034" sldId="262"/>
            <ac:spMk id="41" creationId="{12AD4E9C-7FC5-CD43-C7AB-F469064B8747}"/>
          </ac:spMkLst>
        </pc:spChg>
        <pc:spChg chg="mod">
          <ac:chgData name="Chris Linn" userId="ba6e6f4d9442980f" providerId="LiveId" clId="{C5667CC9-0635-45A6-87F8-1E51AE8AC991}" dt="2026-02-12T21:25:45.583" v="1920" actId="552"/>
          <ac:spMkLst>
            <pc:docMk/>
            <pc:sldMk cId="873044034" sldId="262"/>
            <ac:spMk id="45" creationId="{A698FBA3-52D2-72CF-EB85-41F508439CCE}"/>
          </ac:spMkLst>
        </pc:spChg>
        <pc:graphicFrameChg chg="add mod modGraphic">
          <ac:chgData name="Chris Linn" userId="ba6e6f4d9442980f" providerId="LiveId" clId="{C5667CC9-0635-45A6-87F8-1E51AE8AC991}" dt="2026-02-13T00:13:18.765" v="2117" actId="207"/>
          <ac:graphicFrameMkLst>
            <pc:docMk/>
            <pc:sldMk cId="873044034" sldId="262"/>
            <ac:graphicFrameMk id="2" creationId="{3FB2EE0F-18AD-FACB-9089-D407AA625665}"/>
          </ac:graphicFrameMkLst>
        </pc:graphicFrameChg>
        <pc:graphicFrameChg chg="mod modGraphic">
          <ac:chgData name="Chris Linn" userId="ba6e6f4d9442980f" providerId="LiveId" clId="{C5667CC9-0635-45A6-87F8-1E51AE8AC991}" dt="2026-02-12T21:44:38.936" v="2063" actId="14100"/>
          <ac:graphicFrameMkLst>
            <pc:docMk/>
            <pc:sldMk cId="873044034" sldId="262"/>
            <ac:graphicFrameMk id="4" creationId="{445FBBF5-8F1C-A687-4B75-94BA4630E06D}"/>
          </ac:graphicFrameMkLst>
        </pc:graphicFrameChg>
        <pc:cxnChg chg="add mod">
          <ac:chgData name="Chris Linn" userId="ba6e6f4d9442980f" providerId="LiveId" clId="{C5667CC9-0635-45A6-87F8-1E51AE8AC991}" dt="2026-02-12T21:25:25.504" v="1916" actId="14100"/>
          <ac:cxnSpMkLst>
            <pc:docMk/>
            <pc:sldMk cId="873044034" sldId="262"/>
            <ac:cxnSpMk id="12" creationId="{8018144D-9689-5CBE-5077-679B54B11033}"/>
          </ac:cxnSpMkLst>
        </pc:cxnChg>
        <pc:cxnChg chg="add mod">
          <ac:chgData name="Chris Linn" userId="ba6e6f4d9442980f" providerId="LiveId" clId="{C5667CC9-0635-45A6-87F8-1E51AE8AC991}" dt="2026-02-12T21:25:57.562" v="1922" actId="14100"/>
          <ac:cxnSpMkLst>
            <pc:docMk/>
            <pc:sldMk cId="873044034" sldId="262"/>
            <ac:cxnSpMk id="16" creationId="{3FB8592A-CE6F-898D-4F60-127538762715}"/>
          </ac:cxnSpMkLst>
        </pc:cxnChg>
        <pc:cxnChg chg="mod">
          <ac:chgData name="Chris Linn" userId="ba6e6f4d9442980f" providerId="LiveId" clId="{C5667CC9-0635-45A6-87F8-1E51AE8AC991}" dt="2026-02-12T21:23:27.788" v="1852" actId="1076"/>
          <ac:cxnSpMkLst>
            <pc:docMk/>
            <pc:sldMk cId="873044034" sldId="262"/>
            <ac:cxnSpMk id="54" creationId="{E58E9942-88B1-BC03-4155-BDF63E1D53FB}"/>
          </ac:cxnSpMkLst>
        </pc:cxnChg>
        <pc:cxnChg chg="mod">
          <ac:chgData name="Chris Linn" userId="ba6e6f4d9442980f" providerId="LiveId" clId="{C5667CC9-0635-45A6-87F8-1E51AE8AC991}" dt="2026-02-12T21:25:45.583" v="1920" actId="552"/>
          <ac:cxnSpMkLst>
            <pc:docMk/>
            <pc:sldMk cId="873044034" sldId="262"/>
            <ac:cxnSpMk id="67" creationId="{D2F8B8F1-9344-4B30-7E65-2B5B8E242238}"/>
          </ac:cxnSpMkLst>
        </pc:cxnChg>
        <pc:cxnChg chg="mod">
          <ac:chgData name="Chris Linn" userId="ba6e6f4d9442980f" providerId="LiveId" clId="{C5667CC9-0635-45A6-87F8-1E51AE8AC991}" dt="2026-02-12T21:26:05.670" v="1923" actId="14100"/>
          <ac:cxnSpMkLst>
            <pc:docMk/>
            <pc:sldMk cId="873044034" sldId="262"/>
            <ac:cxnSpMk id="68" creationId="{203B72BE-FE87-B460-D01C-71970E15F8D0}"/>
          </ac:cxnSpMkLst>
        </pc:cxnChg>
      </pc:sldChg>
      <pc:sldChg chg="addSp delSp modSp add mod">
        <pc:chgData name="Chris Linn" userId="ba6e6f4d9442980f" providerId="LiveId" clId="{C5667CC9-0635-45A6-87F8-1E51AE8AC991}" dt="2026-02-13T00:13:28.489" v="2118" actId="207"/>
        <pc:sldMkLst>
          <pc:docMk/>
          <pc:sldMk cId="3230934072" sldId="263"/>
        </pc:sldMkLst>
        <pc:spChg chg="add mod">
          <ac:chgData name="Chris Linn" userId="ba6e6f4d9442980f" providerId="LiveId" clId="{C5667CC9-0635-45A6-87F8-1E51AE8AC991}" dt="2026-02-12T21:22:30.990" v="1840" actId="1076"/>
          <ac:spMkLst>
            <pc:docMk/>
            <pc:sldMk cId="3230934072" sldId="263"/>
            <ac:spMk id="6" creationId="{ABA97F10-E331-DC49-4499-0CB2F48D4064}"/>
          </ac:spMkLst>
        </pc:spChg>
        <pc:spChg chg="mod">
          <ac:chgData name="Chris Linn" userId="ba6e6f4d9442980f" providerId="LiveId" clId="{C5667CC9-0635-45A6-87F8-1E51AE8AC991}" dt="2026-02-12T21:30:46.489" v="1977" actId="207"/>
          <ac:spMkLst>
            <pc:docMk/>
            <pc:sldMk cId="3230934072" sldId="263"/>
            <ac:spMk id="9" creationId="{AF7DCCD6-C3EC-159C-1700-FF30ABA5271C}"/>
          </ac:spMkLst>
        </pc:spChg>
        <pc:spChg chg="del">
          <ac:chgData name="Chris Linn" userId="ba6e6f4d9442980f" providerId="LiveId" clId="{C5667CC9-0635-45A6-87F8-1E51AE8AC991}" dt="2026-02-12T21:31:19.689" v="1986" actId="21"/>
          <ac:spMkLst>
            <pc:docMk/>
            <pc:sldMk cId="3230934072" sldId="263"/>
            <ac:spMk id="18" creationId="{63EE3765-CDF7-8C14-6B90-E94647082ED3}"/>
          </ac:spMkLst>
        </pc:spChg>
        <pc:spChg chg="add mod">
          <ac:chgData name="Chris Linn" userId="ba6e6f4d9442980f" providerId="LiveId" clId="{C5667CC9-0635-45A6-87F8-1E51AE8AC991}" dt="2026-02-12T21:31:47.736" v="1992" actId="207"/>
          <ac:spMkLst>
            <pc:docMk/>
            <pc:sldMk cId="3230934072" sldId="263"/>
            <ac:spMk id="64" creationId="{63EE3765-CDF7-8C14-6B90-E94647082ED3}"/>
          </ac:spMkLst>
        </pc:spChg>
        <pc:spChg chg="add mod">
          <ac:chgData name="Chris Linn" userId="ba6e6f4d9442980f" providerId="LiveId" clId="{C5667CC9-0635-45A6-87F8-1E51AE8AC991}" dt="2026-02-12T21:31:54.732" v="1993"/>
          <ac:spMkLst>
            <pc:docMk/>
            <pc:sldMk cId="3230934072" sldId="263"/>
            <ac:spMk id="67" creationId="{02375F53-035F-8D4C-F4EB-390EFD74CC22}"/>
          </ac:spMkLst>
        </pc:spChg>
        <pc:spChg chg="add mod">
          <ac:chgData name="Chris Linn" userId="ba6e6f4d9442980f" providerId="LiveId" clId="{C5667CC9-0635-45A6-87F8-1E51AE8AC991}" dt="2026-02-12T21:33:08.056" v="2038" actId="207"/>
          <ac:spMkLst>
            <pc:docMk/>
            <pc:sldMk cId="3230934072" sldId="263"/>
            <ac:spMk id="68" creationId="{682F47CA-3299-D619-E972-59CAEB3F05A8}"/>
          </ac:spMkLst>
        </pc:spChg>
        <pc:spChg chg="add mod">
          <ac:chgData name="Chris Linn" userId="ba6e6f4d9442980f" providerId="LiveId" clId="{C5667CC9-0635-45A6-87F8-1E51AE8AC991}" dt="2026-02-12T21:33:13.979" v="2040" actId="1076"/>
          <ac:spMkLst>
            <pc:docMk/>
            <pc:sldMk cId="3230934072" sldId="263"/>
            <ac:spMk id="69" creationId="{8CF1E676-E27D-5061-F79C-5CF0947AFA83}"/>
          </ac:spMkLst>
        </pc:spChg>
        <pc:spChg chg="add mod">
          <ac:chgData name="Chris Linn" userId="ba6e6f4d9442980f" providerId="LiveId" clId="{C5667CC9-0635-45A6-87F8-1E51AE8AC991}" dt="2026-02-12T21:34:58.315" v="2057" actId="1036"/>
          <ac:spMkLst>
            <pc:docMk/>
            <pc:sldMk cId="3230934072" sldId="263"/>
            <ac:spMk id="70" creationId="{B8A7C7ED-8491-A66E-0C88-62DA1F924040}"/>
          </ac:spMkLst>
        </pc:spChg>
        <pc:graphicFrameChg chg="add del mod modGraphic">
          <ac:chgData name="Chris Linn" userId="ba6e6f4d9442980f" providerId="LiveId" clId="{C5667CC9-0635-45A6-87F8-1E51AE8AC991}" dt="2026-02-12T21:21:59.901" v="1821" actId="478"/>
          <ac:graphicFrameMkLst>
            <pc:docMk/>
            <pc:sldMk cId="3230934072" sldId="263"/>
            <ac:graphicFrameMk id="3" creationId="{6668D0C2-751F-3FA2-6C65-F449F90F2F3D}"/>
          </ac:graphicFrameMkLst>
        </pc:graphicFrameChg>
        <pc:graphicFrameChg chg="add del modGraphic">
          <ac:chgData name="Chris Linn" userId="ba6e6f4d9442980f" providerId="LiveId" clId="{C5667CC9-0635-45A6-87F8-1E51AE8AC991}" dt="2026-02-12T21:30:26.474" v="1973" actId="478"/>
          <ac:graphicFrameMkLst>
            <pc:docMk/>
            <pc:sldMk cId="3230934072" sldId="263"/>
            <ac:graphicFrameMk id="4" creationId="{AF0D2F88-B0AB-69BA-D380-6C698C208AF2}"/>
          </ac:graphicFrameMkLst>
        </pc:graphicFrameChg>
        <pc:graphicFrameChg chg="add mod modGraphic">
          <ac:chgData name="Chris Linn" userId="ba6e6f4d9442980f" providerId="LiveId" clId="{C5667CC9-0635-45A6-87F8-1E51AE8AC991}" dt="2026-02-13T00:13:28.489" v="2118" actId="207"/>
          <ac:graphicFrameMkLst>
            <pc:docMk/>
            <pc:sldMk cId="3230934072" sldId="263"/>
            <ac:graphicFrameMk id="5" creationId="{D0BDEB1C-AB59-AC77-46BE-1C9F1EDD7583}"/>
          </ac:graphicFrameMkLst>
        </pc:graphicFrameChg>
        <pc:graphicFrameChg chg="add mod modGraphic">
          <ac:chgData name="Chris Linn" userId="ba6e6f4d9442980f" providerId="LiveId" clId="{C5667CC9-0635-45A6-87F8-1E51AE8AC991}" dt="2026-02-12T21:30:37.405" v="1976" actId="14100"/>
          <ac:graphicFrameMkLst>
            <pc:docMk/>
            <pc:sldMk cId="3230934072" sldId="263"/>
            <ac:graphicFrameMk id="63" creationId="{8DFC1D65-D666-AA5E-E373-899DC53D23C0}"/>
          </ac:graphicFrameMkLst>
        </pc:graphicFrameChg>
        <pc:cxnChg chg="add mod">
          <ac:chgData name="Chris Linn" userId="ba6e6f4d9442980f" providerId="LiveId" clId="{C5667CC9-0635-45A6-87F8-1E51AE8AC991}" dt="2026-02-12T21:27:19.808" v="1930" actId="14100"/>
          <ac:cxnSpMkLst>
            <pc:docMk/>
            <pc:sldMk cId="3230934072" sldId="263"/>
            <ac:cxnSpMk id="21" creationId="{CC5BDC18-25BF-B7D3-E7AA-6830B2A2C969}"/>
          </ac:cxnSpMkLst>
        </pc:cxnChg>
        <pc:cxnChg chg="add mod">
          <ac:chgData name="Chris Linn" userId="ba6e6f4d9442980f" providerId="LiveId" clId="{C5667CC9-0635-45A6-87F8-1E51AE8AC991}" dt="2026-02-12T21:27:31.587" v="1934" actId="14100"/>
          <ac:cxnSpMkLst>
            <pc:docMk/>
            <pc:sldMk cId="3230934072" sldId="263"/>
            <ac:cxnSpMk id="24" creationId="{B20B42FF-BC09-35AD-084E-5A0BF4EE92DD}"/>
          </ac:cxnSpMkLst>
        </pc:cxnChg>
        <pc:cxnChg chg="add mod">
          <ac:chgData name="Chris Linn" userId="ba6e6f4d9442980f" providerId="LiveId" clId="{C5667CC9-0635-45A6-87F8-1E51AE8AC991}" dt="2026-02-12T21:29:02.450" v="1962" actId="14100"/>
          <ac:cxnSpMkLst>
            <pc:docMk/>
            <pc:sldMk cId="3230934072" sldId="263"/>
            <ac:cxnSpMk id="28" creationId="{8652F58F-F36E-12D6-C465-8ACB839648E5}"/>
          </ac:cxnSpMkLst>
        </pc:cxnChg>
        <pc:cxnChg chg="add mod">
          <ac:chgData name="Chris Linn" userId="ba6e6f4d9442980f" providerId="LiveId" clId="{C5667CC9-0635-45A6-87F8-1E51AE8AC991}" dt="2026-02-12T21:27:46.688" v="1940" actId="14100"/>
          <ac:cxnSpMkLst>
            <pc:docMk/>
            <pc:sldMk cId="3230934072" sldId="263"/>
            <ac:cxnSpMk id="32" creationId="{5B1FA593-ED95-AEFE-7150-8DD0758563A6}"/>
          </ac:cxnSpMkLst>
        </pc:cxnChg>
        <pc:cxnChg chg="add mod">
          <ac:chgData name="Chris Linn" userId="ba6e6f4d9442980f" providerId="LiveId" clId="{C5667CC9-0635-45A6-87F8-1E51AE8AC991}" dt="2026-02-12T21:28:43.012" v="1955" actId="14100"/>
          <ac:cxnSpMkLst>
            <pc:docMk/>
            <pc:sldMk cId="3230934072" sldId="263"/>
            <ac:cxnSpMk id="37" creationId="{1CE11A90-3395-9222-62F8-4AEE7AEBF44B}"/>
          </ac:cxnSpMkLst>
        </pc:cxnChg>
        <pc:cxnChg chg="add mod">
          <ac:chgData name="Chris Linn" userId="ba6e6f4d9442980f" providerId="LiveId" clId="{C5667CC9-0635-45A6-87F8-1E51AE8AC991}" dt="2026-02-12T21:28:03.601" v="1946" actId="14100"/>
          <ac:cxnSpMkLst>
            <pc:docMk/>
            <pc:sldMk cId="3230934072" sldId="263"/>
            <ac:cxnSpMk id="41" creationId="{5F1568BB-400A-0AA6-4C63-B6C831CB496A}"/>
          </ac:cxnSpMkLst>
        </pc:cxnChg>
        <pc:cxnChg chg="add mod">
          <ac:chgData name="Chris Linn" userId="ba6e6f4d9442980f" providerId="LiveId" clId="{C5667CC9-0635-45A6-87F8-1E51AE8AC991}" dt="2026-02-12T21:28:28.820" v="1954" actId="14100"/>
          <ac:cxnSpMkLst>
            <pc:docMk/>
            <pc:sldMk cId="3230934072" sldId="263"/>
            <ac:cxnSpMk id="45" creationId="{3F081996-5627-F285-B136-88B191C5AA64}"/>
          </ac:cxnSpMkLst>
        </pc:cxnChg>
        <pc:cxnChg chg="add mod">
          <ac:chgData name="Chris Linn" userId="ba6e6f4d9442980f" providerId="LiveId" clId="{C5667CC9-0635-45A6-87F8-1E51AE8AC991}" dt="2026-02-12T21:31:36.443" v="1990" actId="14100"/>
          <ac:cxnSpMkLst>
            <pc:docMk/>
            <pc:sldMk cId="3230934072" sldId="263"/>
            <ac:cxnSpMk id="49" creationId="{0C38EA5D-829C-8D09-C39E-7CF725024BDA}"/>
          </ac:cxnSpMkLst>
        </pc:cxnChg>
        <pc:cxnChg chg="add mod">
          <ac:chgData name="Chris Linn" userId="ba6e6f4d9442980f" providerId="LiveId" clId="{C5667CC9-0635-45A6-87F8-1E51AE8AC991}" dt="2026-02-12T21:29:10.629" v="1963" actId="14100"/>
          <ac:cxnSpMkLst>
            <pc:docMk/>
            <pc:sldMk cId="3230934072" sldId="263"/>
            <ac:cxnSpMk id="55" creationId="{8A527BCE-1B87-9BB3-31F7-7FA77087D3ED}"/>
          </ac:cxnSpMkLst>
        </pc:cxnChg>
        <pc:cxnChg chg="add mod">
          <ac:chgData name="Chris Linn" userId="ba6e6f4d9442980f" providerId="LiveId" clId="{C5667CC9-0635-45A6-87F8-1E51AE8AC991}" dt="2026-02-12T21:33:36.780" v="2046" actId="14100"/>
          <ac:cxnSpMkLst>
            <pc:docMk/>
            <pc:sldMk cId="3230934072" sldId="263"/>
            <ac:cxnSpMk id="71" creationId="{CFF1B63A-FE01-D06B-7919-08928B6750A2}"/>
          </ac:cxnSpMkLst>
        </pc:cxnChg>
        <pc:cxnChg chg="add mod">
          <ac:chgData name="Chris Linn" userId="ba6e6f4d9442980f" providerId="LiveId" clId="{C5667CC9-0635-45A6-87F8-1E51AE8AC991}" dt="2026-02-12T21:34:09.201" v="2051" actId="14100"/>
          <ac:cxnSpMkLst>
            <pc:docMk/>
            <pc:sldMk cId="3230934072" sldId="263"/>
            <ac:cxnSpMk id="74" creationId="{1CE8B0FC-3658-CA51-2C82-3E174638DC71}"/>
          </ac:cxnSpMkLst>
        </pc:cxnChg>
        <pc:cxnChg chg="add mod">
          <ac:chgData name="Chris Linn" userId="ba6e6f4d9442980f" providerId="LiveId" clId="{C5667CC9-0635-45A6-87F8-1E51AE8AC991}" dt="2026-02-12T21:34:58.315" v="2057" actId="1036"/>
          <ac:cxnSpMkLst>
            <pc:docMk/>
            <pc:sldMk cId="3230934072" sldId="263"/>
            <ac:cxnSpMk id="79" creationId="{2A36F44F-CEE6-1A9A-FA9F-36C775DAF13F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893BA-00CA-9B99-6BB8-4C297480E9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FF9DC2-4D16-6340-2E45-253E38D680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C2458-C619-85F8-0671-222664042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108F0-9D43-4973-820F-70AB6DA9B501}" type="datetimeFigureOut">
              <a:rPr lang="en-US" smtClean="0"/>
              <a:t>2/12/2026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F3556E-A1F4-A8F8-E4C5-7F3A55F35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9C4375-E51B-7FCA-01B5-E0BDE76EF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635B6-C792-4B2B-B1ED-9858FB9F9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2578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F2BE2-8602-004A-A61D-6F585FB80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E13686-22EB-8989-8327-CA1DFFBAD8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906B7A-467F-C801-48AF-B408067CE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108F0-9D43-4973-820F-70AB6DA9B501}" type="datetimeFigureOut">
              <a:rPr lang="en-US" smtClean="0"/>
              <a:t>2/12/2026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1BD72C-E5A5-79C6-5553-B54843FCD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8D3D4-81BE-42D4-26EB-827CDF0CC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635B6-C792-4B2B-B1ED-9858FB9F9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8953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DD3CF-5C16-D243-9F15-4E73B289D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A17B94-DCCB-05EF-55C0-8B1352820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5B41F8-3106-8937-CF6B-817331507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108F0-9D43-4973-820F-70AB6DA9B501}" type="datetimeFigureOut">
              <a:rPr lang="en-US" smtClean="0"/>
              <a:t>2/12/2026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9C6A12-466D-2BB1-95C1-A90A864F5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AD4D63-F0D3-E6EB-CC27-6D1BA2C72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635B6-C792-4B2B-B1ED-9858FB9F9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01817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5B6E6-50FC-3907-68BF-A9D70E019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6FBBC-555F-ED75-4B70-71A3CB9210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0E5640-3077-5EB7-19DE-13B404C64D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EC6673-5BBD-72BC-00CA-132750A55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108F0-9D43-4973-820F-70AB6DA9B501}" type="datetimeFigureOut">
              <a:rPr lang="en-US" smtClean="0"/>
              <a:t>2/12/2026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962170-30E4-CADD-D11A-B267192D4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C37FA7-37CE-9931-F0F3-402F5CC69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635B6-C792-4B2B-B1ED-9858FB9F9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961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6938A1-F54C-90AB-D320-47B83516FB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933D63-26E0-E1A7-B7D9-8A88C8415D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0E3FCE-81A7-09A9-7FE3-1FC1AB88A6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18F77F-9E66-2114-54EF-530102C0051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C00212-C1B5-B12E-F25C-0D0DAF8298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3FC735-FD1B-2891-FC68-76CB9951C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108F0-9D43-4973-820F-70AB6DA9B501}" type="datetimeFigureOut">
              <a:rPr lang="en-US" smtClean="0"/>
              <a:t>2/12/2026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FB9FEF-566B-D946-5454-C1B20AFD2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0BED6F-191F-805D-FFA4-DAF33C2A0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635B6-C792-4B2B-B1ED-9858FB9F9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92672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90F60-4723-6D63-2A18-E991023F6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0893D1-2E8B-29D2-0AA0-804B9A622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108F0-9D43-4973-820F-70AB6DA9B501}" type="datetimeFigureOut">
              <a:rPr lang="en-US" smtClean="0"/>
              <a:t>2/12/2026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EDBD92-ADA8-02C2-665F-D9A6BE279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F95269-66FB-615A-909F-0BF10C5BD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635B6-C792-4B2B-B1ED-9858FB9F9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4172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9D68DA-33C3-5655-BC06-AD9B5AAAC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108F0-9D43-4973-820F-70AB6DA9B501}" type="datetimeFigureOut">
              <a:rPr lang="en-US" smtClean="0"/>
              <a:t>2/12/2026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E9608A-9166-B28C-5BBD-85C096FC5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5BF43D-E449-122E-9F7E-2E568EE96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635B6-C792-4B2B-B1ED-9858FB9F9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8537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3490C-7949-8B32-D362-2461AB1DA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51A12-37CB-DF48-7516-41DC36CFA8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4B4CB8-3579-2C29-77E3-7B53DD51DD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284AFF-45EF-0A09-452C-174AFC13C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108F0-9D43-4973-820F-70AB6DA9B501}" type="datetimeFigureOut">
              <a:rPr lang="en-US" smtClean="0"/>
              <a:t>2/12/2026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C2E381-3C9F-5D71-C7E8-D1C299F88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9A231F-33B9-2C5F-B8D5-BB9525353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635B6-C792-4B2B-B1ED-9858FB9F9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9221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76B2C-F6DE-F0BB-AAA2-E29E04D84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8D7F4B-93EF-F776-4C2D-21A8E1277B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426055-FA02-58A8-DA02-C23445984E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D2F67B-FA99-25AE-76F7-11CD47EAC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108F0-9D43-4973-820F-70AB6DA9B501}" type="datetimeFigureOut">
              <a:rPr lang="en-US" smtClean="0"/>
              <a:t>2/12/2026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521CF7-A988-AF6C-E3C2-6AFD4117F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FAF3CB-276A-3DEC-5C75-E90DA1DA76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635B6-C792-4B2B-B1ED-9858FB9F9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131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489B0-A0B9-CDF3-C11C-D0499DEE0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B87E9A-3A4E-B801-C801-A59FF8BC05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767547-EC19-30DE-6375-0F341F108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108F0-9D43-4973-820F-70AB6DA9B501}" type="datetimeFigureOut">
              <a:rPr lang="en-US" smtClean="0"/>
              <a:t>2/12/2026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28140B-4BC1-0CE2-8F69-4DF5F6F91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641E54-63D1-D290-E0C6-0506CE1DF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635B6-C792-4B2B-B1ED-9858FB9F9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1568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BA08539-EC91-0E8C-94AC-D9AF5CAC2D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9990F9-AE98-C240-DD6F-9E3B80A006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28125-00B3-AB11-075C-6414CE207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D108F0-9D43-4973-820F-70AB6DA9B501}" type="datetimeFigureOut">
              <a:rPr lang="en-US" smtClean="0"/>
              <a:t>2/12/2026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FF8D9A-B97D-2E2A-F43D-4F5A94195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981885-48A5-33B1-353A-647A483A1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4635B6-C792-4B2B-B1ED-9858FB9F9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9322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762BCD-9C84-C032-43FD-647A2F870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572487-E49E-083C-5F4F-68758CD090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6ADCFC-DB32-615A-E5F1-5E29CFED12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D108F0-9D43-4973-820F-70AB6DA9B501}" type="datetimeFigureOut">
              <a:rPr lang="en-US" smtClean="0"/>
              <a:t>2/12/2026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6A79A9-B3EC-AD48-A6AA-1C2FD3E865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C60F26-A908-9997-A7C8-CD158DF038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4635B6-C792-4B2B-B1ED-9858FB9F9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1078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08375A5-BBEB-E818-90A2-082C1DA5C68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Customer Success (CS) Department</a:t>
            </a:r>
            <a:br>
              <a:rPr lang="en-US" dirty="0"/>
            </a:br>
            <a:r>
              <a:rPr lang="en-US" dirty="0"/>
              <a:t>Future State Organization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A9E9C76A-1192-DAD7-CBF7-BC06D71EA8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SingleSignal</a:t>
            </a:r>
          </a:p>
        </p:txBody>
      </p:sp>
    </p:spTree>
    <p:extLst>
      <p:ext uri="{BB962C8B-B14F-4D97-AF65-F5344CB8AC3E}">
        <p14:creationId xmlns:p14="http://schemas.microsoft.com/office/powerpoint/2010/main" val="18519417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70305-9F41-05C7-0575-71457B04D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69FED65-1802-9095-BAC1-F392DA81A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Customer Success – New Divisions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849E07-5CCD-210D-E908-034271FB17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590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BA46BA78-09EB-D21F-22B5-B8A8511A8FB9}"/>
              </a:ext>
            </a:extLst>
          </p:cNvPr>
          <p:cNvSpPr/>
          <p:nvPr/>
        </p:nvSpPr>
        <p:spPr>
          <a:xfrm>
            <a:off x="4816849" y="1204269"/>
            <a:ext cx="1958537" cy="65364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Sofia Nguyen	</a:t>
            </a:r>
          </a:p>
          <a:p>
            <a:pPr algn="ctr"/>
            <a:r>
              <a:rPr lang="en-US" sz="1200" dirty="0"/>
              <a:t>VP Customer Experience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511A6A0-FA6A-322F-2457-EADE5A2ACF0B}"/>
              </a:ext>
            </a:extLst>
          </p:cNvPr>
          <p:cNvSpPr/>
          <p:nvPr/>
        </p:nvSpPr>
        <p:spPr>
          <a:xfrm>
            <a:off x="2082766" y="2158535"/>
            <a:ext cx="1626594" cy="65364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Mapaseka Nhaca</a:t>
            </a:r>
          </a:p>
          <a:p>
            <a:pPr algn="ctr"/>
            <a:r>
              <a:rPr lang="en-US" sz="1200" dirty="0"/>
              <a:t>Technical Account Manager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C334CD0-EFA7-F449-EBC8-04AA257B2D5C}"/>
              </a:ext>
            </a:extLst>
          </p:cNvPr>
          <p:cNvSpPr/>
          <p:nvPr/>
        </p:nvSpPr>
        <p:spPr>
          <a:xfrm>
            <a:off x="5989871" y="2158535"/>
            <a:ext cx="1571088" cy="65364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Zoey Guerrero</a:t>
            </a:r>
          </a:p>
          <a:p>
            <a:pPr algn="ctr"/>
            <a:r>
              <a:rPr lang="en-US" sz="1200" dirty="0"/>
              <a:t>Customer Success Manager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3CFC425-018B-4B27-685A-FA8B3C055A0C}"/>
              </a:ext>
            </a:extLst>
          </p:cNvPr>
          <p:cNvSpPr/>
          <p:nvPr/>
        </p:nvSpPr>
        <p:spPr>
          <a:xfrm>
            <a:off x="7852204" y="2158535"/>
            <a:ext cx="1403884" cy="65364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Tanya Lim</a:t>
            </a:r>
          </a:p>
          <a:p>
            <a:pPr algn="ctr"/>
            <a:r>
              <a:rPr lang="en-US" sz="1200" dirty="0"/>
              <a:t>Customer Success Manager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160F794-B8C8-8CEE-43EA-D07342270210}"/>
              </a:ext>
            </a:extLst>
          </p:cNvPr>
          <p:cNvSpPr/>
          <p:nvPr/>
        </p:nvSpPr>
        <p:spPr>
          <a:xfrm>
            <a:off x="3996898" y="2158535"/>
            <a:ext cx="1571088" cy="65364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Ludovic Jorge</a:t>
            </a:r>
          </a:p>
          <a:p>
            <a:pPr algn="ctr"/>
            <a:r>
              <a:rPr lang="en-US" sz="1200" dirty="0"/>
              <a:t>Customer Success Manager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D8E81E9-5BCE-0888-9EC7-796E5970D73F}"/>
              </a:ext>
            </a:extLst>
          </p:cNvPr>
          <p:cNvSpPr/>
          <p:nvPr/>
        </p:nvSpPr>
        <p:spPr>
          <a:xfrm>
            <a:off x="2269853" y="3060286"/>
            <a:ext cx="1626594" cy="65364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Sangeeta Thompson</a:t>
            </a:r>
          </a:p>
          <a:p>
            <a:pPr algn="ctr"/>
            <a:r>
              <a:rPr lang="en-US" sz="1200" dirty="0"/>
              <a:t>Implementation Specialist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1CF78A9-9BD8-6724-10A4-B8ED35A8AC1C}"/>
              </a:ext>
            </a:extLst>
          </p:cNvPr>
          <p:cNvSpPr/>
          <p:nvPr/>
        </p:nvSpPr>
        <p:spPr>
          <a:xfrm>
            <a:off x="4264158" y="3060286"/>
            <a:ext cx="1571088" cy="65364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JazmÃ­n Cardoso</a:t>
            </a:r>
          </a:p>
          <a:p>
            <a:pPr algn="ctr"/>
            <a:r>
              <a:rPr lang="pt-BR" sz="1200" dirty="0"/>
              <a:t>CS Associate</a:t>
            </a:r>
            <a:endParaRPr lang="en-US" sz="12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ACA59E4-05E7-F103-930D-07632174CD3C}"/>
              </a:ext>
            </a:extLst>
          </p:cNvPr>
          <p:cNvSpPr/>
          <p:nvPr/>
        </p:nvSpPr>
        <p:spPr>
          <a:xfrm>
            <a:off x="5989871" y="3060286"/>
            <a:ext cx="1571089" cy="65364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Elena WoÅºniak</a:t>
            </a:r>
          </a:p>
          <a:p>
            <a:pPr algn="ctr"/>
            <a:r>
              <a:rPr lang="en-US" sz="1200" dirty="0"/>
              <a:t>Implementation Specialist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F90524A8-E4E5-B3F4-B629-93E57A2E4AAC}"/>
              </a:ext>
            </a:extLst>
          </p:cNvPr>
          <p:cNvSpPr/>
          <p:nvPr/>
        </p:nvSpPr>
        <p:spPr>
          <a:xfrm>
            <a:off x="7852204" y="3060286"/>
            <a:ext cx="1403884" cy="65364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Denis Carrasco</a:t>
            </a:r>
          </a:p>
          <a:p>
            <a:pPr algn="ctr"/>
            <a:r>
              <a:rPr lang="en-US" sz="1200" dirty="0"/>
              <a:t>Enterprise CSM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15A7D1A-58F5-9DCA-995B-1DECF0B24FBC}"/>
              </a:ext>
            </a:extLst>
          </p:cNvPr>
          <p:cNvSpPr/>
          <p:nvPr/>
        </p:nvSpPr>
        <p:spPr>
          <a:xfrm>
            <a:off x="2269853" y="3895788"/>
            <a:ext cx="1626594" cy="65364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Diane Awono	</a:t>
            </a:r>
          </a:p>
          <a:p>
            <a:pPr algn="ctr"/>
            <a:r>
              <a:rPr lang="en-US" sz="1200" dirty="0"/>
              <a:t>Senior CSM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D9FF1DBC-A0CC-4E36-665A-7BB004BFCBA9}"/>
              </a:ext>
            </a:extLst>
          </p:cNvPr>
          <p:cNvSpPr/>
          <p:nvPr/>
        </p:nvSpPr>
        <p:spPr>
          <a:xfrm>
            <a:off x="4264158" y="3918863"/>
            <a:ext cx="1571088" cy="65364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Lars Costea</a:t>
            </a:r>
          </a:p>
          <a:p>
            <a:pPr algn="ctr"/>
            <a:r>
              <a:rPr lang="en-US" sz="1200" dirty="0"/>
              <a:t>Implementation Specialist</a:t>
            </a:r>
          </a:p>
        </p:txBody>
      </p:sp>
      <p:sp>
        <p:nvSpPr>
          <p:cNvPr id="46" name="Title 45">
            <a:extLst>
              <a:ext uri="{FF2B5EF4-FFF2-40B4-BE49-F238E27FC236}">
                <a16:creationId xmlns:a16="http://schemas.microsoft.com/office/drawing/2014/main" id="{5FC166F2-77CD-4F88-3CA1-C3CCC783C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992" y="365125"/>
            <a:ext cx="11099808" cy="489299"/>
          </a:xfrm>
        </p:spPr>
        <p:txBody>
          <a:bodyPr>
            <a:noAutofit/>
          </a:bodyPr>
          <a:lstStyle/>
          <a:p>
            <a:r>
              <a:rPr lang="en-US" sz="3300" dirty="0"/>
              <a:t>CS Public Sector Solutions - Effective Immediately</a:t>
            </a:r>
          </a:p>
        </p:txBody>
      </p: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3E2BC5B5-4573-CE22-391E-88CF0886BEB8}"/>
              </a:ext>
            </a:extLst>
          </p:cNvPr>
          <p:cNvCxnSpPr>
            <a:cxnSpLocks/>
            <a:stCxn id="28" idx="0"/>
            <a:endCxn id="23" idx="2"/>
          </p:cNvCxnSpPr>
          <p:nvPr/>
        </p:nvCxnSpPr>
        <p:spPr>
          <a:xfrm rot="16200000" flipV="1">
            <a:off x="6135456" y="1518575"/>
            <a:ext cx="300622" cy="979297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39442E46-F4B4-A2C5-FBEB-08D704E03303}"/>
              </a:ext>
            </a:extLst>
          </p:cNvPr>
          <p:cNvCxnSpPr>
            <a:cxnSpLocks/>
            <a:stCxn id="30" idx="0"/>
            <a:endCxn id="23" idx="2"/>
          </p:cNvCxnSpPr>
          <p:nvPr/>
        </p:nvCxnSpPr>
        <p:spPr>
          <a:xfrm rot="16200000" flipV="1">
            <a:off x="7024821" y="629210"/>
            <a:ext cx="300622" cy="2758028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F5B6E568-0D44-DECE-8F06-AA0FB2D20CBB}"/>
              </a:ext>
            </a:extLst>
          </p:cNvPr>
          <p:cNvCxnSpPr>
            <a:cxnSpLocks/>
            <a:stCxn id="37" idx="1"/>
            <a:endCxn id="27" idx="2"/>
          </p:cNvCxnSpPr>
          <p:nvPr/>
        </p:nvCxnSpPr>
        <p:spPr>
          <a:xfrm rot="10800000" flipH="1">
            <a:off x="2269853" y="2812180"/>
            <a:ext cx="626210" cy="574929"/>
          </a:xfrm>
          <a:prstGeom prst="bentConnector4">
            <a:avLst>
              <a:gd name="adj1" fmla="val -36505"/>
              <a:gd name="adj2" fmla="val 7842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D42822C-D65E-0909-A0C9-A303689ABC56}"/>
              </a:ext>
            </a:extLst>
          </p:cNvPr>
          <p:cNvCxnSpPr>
            <a:stCxn id="28" idx="2"/>
            <a:endCxn id="40" idx="0"/>
          </p:cNvCxnSpPr>
          <p:nvPr/>
        </p:nvCxnSpPr>
        <p:spPr>
          <a:xfrm>
            <a:off x="6775415" y="2812179"/>
            <a:ext cx="1" cy="2481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CADEB42C-7533-E152-7735-8B1B9C3EFECC}"/>
              </a:ext>
            </a:extLst>
          </p:cNvPr>
          <p:cNvCxnSpPr>
            <a:cxnSpLocks/>
            <a:stCxn id="30" idx="2"/>
            <a:endCxn id="41" idx="0"/>
          </p:cNvCxnSpPr>
          <p:nvPr/>
        </p:nvCxnSpPr>
        <p:spPr>
          <a:xfrm>
            <a:off x="8554146" y="2812179"/>
            <a:ext cx="0" cy="2481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6D8D368A-4B4D-FBF1-E942-D634C41109AE}"/>
              </a:ext>
            </a:extLst>
          </p:cNvPr>
          <p:cNvCxnSpPr>
            <a:cxnSpLocks/>
            <a:stCxn id="31" idx="0"/>
            <a:endCxn id="23" idx="2"/>
          </p:cNvCxnSpPr>
          <p:nvPr/>
        </p:nvCxnSpPr>
        <p:spPr>
          <a:xfrm rot="5400000" flipH="1" flipV="1">
            <a:off x="5138969" y="1501386"/>
            <a:ext cx="300622" cy="1013676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13D11EA9-0B80-5FAB-0B63-9B37FB600F86}"/>
              </a:ext>
            </a:extLst>
          </p:cNvPr>
          <p:cNvCxnSpPr>
            <a:cxnSpLocks/>
            <a:stCxn id="27" idx="0"/>
            <a:endCxn id="23" idx="2"/>
          </p:cNvCxnSpPr>
          <p:nvPr/>
        </p:nvCxnSpPr>
        <p:spPr>
          <a:xfrm rot="5400000" flipH="1" flipV="1">
            <a:off x="4195779" y="558197"/>
            <a:ext cx="300622" cy="2900055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757C3C69-EEB1-F2D5-9C0F-512D58E68AB1}"/>
              </a:ext>
            </a:extLst>
          </p:cNvPr>
          <p:cNvCxnSpPr>
            <a:cxnSpLocks/>
            <a:stCxn id="42" idx="1"/>
            <a:endCxn id="27" idx="2"/>
          </p:cNvCxnSpPr>
          <p:nvPr/>
        </p:nvCxnSpPr>
        <p:spPr>
          <a:xfrm rot="10800000" flipH="1">
            <a:off x="2269853" y="2812180"/>
            <a:ext cx="626210" cy="1410431"/>
          </a:xfrm>
          <a:prstGeom prst="bentConnector4">
            <a:avLst>
              <a:gd name="adj1" fmla="val -36505"/>
              <a:gd name="adj2" fmla="val 90648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1C99B6E8-292F-E750-E1E4-8BB0CC3035F0}"/>
              </a:ext>
            </a:extLst>
          </p:cNvPr>
          <p:cNvCxnSpPr>
            <a:cxnSpLocks/>
            <a:stCxn id="39" idx="1"/>
            <a:endCxn id="31" idx="2"/>
          </p:cNvCxnSpPr>
          <p:nvPr/>
        </p:nvCxnSpPr>
        <p:spPr>
          <a:xfrm rot="10800000" flipH="1">
            <a:off x="4264158" y="2812180"/>
            <a:ext cx="518284" cy="574929"/>
          </a:xfrm>
          <a:prstGeom prst="bentConnector4">
            <a:avLst>
              <a:gd name="adj1" fmla="val -44107"/>
              <a:gd name="adj2" fmla="val 7842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4122EA59-20C2-3A6F-C5F2-68D420603C75}"/>
              </a:ext>
            </a:extLst>
          </p:cNvPr>
          <p:cNvCxnSpPr>
            <a:cxnSpLocks/>
            <a:stCxn id="45" idx="1"/>
            <a:endCxn id="31" idx="2"/>
          </p:cNvCxnSpPr>
          <p:nvPr/>
        </p:nvCxnSpPr>
        <p:spPr>
          <a:xfrm rot="10800000" flipH="1">
            <a:off x="4264158" y="2812179"/>
            <a:ext cx="518284" cy="1433506"/>
          </a:xfrm>
          <a:prstGeom prst="bentConnector4">
            <a:avLst>
              <a:gd name="adj1" fmla="val -44107"/>
              <a:gd name="adj2" fmla="val 91501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7" name="Table 76">
            <a:extLst>
              <a:ext uri="{FF2B5EF4-FFF2-40B4-BE49-F238E27FC236}">
                <a16:creationId xmlns:a16="http://schemas.microsoft.com/office/drawing/2014/main" id="{81876DA2-7431-EF41-6471-CD81422F98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5927929"/>
              </p:ext>
            </p:extLst>
          </p:nvPr>
        </p:nvGraphicFramePr>
        <p:xfrm>
          <a:off x="369150" y="1204269"/>
          <a:ext cx="636828" cy="3562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828">
                  <a:extLst>
                    <a:ext uri="{9D8B030D-6E8A-4147-A177-3AD203B41FA5}">
                      <a16:colId xmlns:a16="http://schemas.microsoft.com/office/drawing/2014/main" val="4053291332"/>
                    </a:ext>
                  </a:extLst>
                </a:gridCol>
              </a:tblGrid>
              <a:tr h="78891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L2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3807227"/>
                  </a:ext>
                </a:extLst>
              </a:tr>
              <a:tr h="945222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L3</a:t>
                      </a:r>
                      <a:endParaRPr lang="en-US" b="0" dirty="0"/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6123346"/>
                  </a:ext>
                </a:extLst>
              </a:tr>
              <a:tr h="182880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L4</a:t>
                      </a:r>
                      <a:endParaRPr lang="en-US" b="0" dirty="0"/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76366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4888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99D51D-AFDF-25EF-5CEC-C957D465D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45">
            <a:extLst>
              <a:ext uri="{FF2B5EF4-FFF2-40B4-BE49-F238E27FC236}">
                <a16:creationId xmlns:a16="http://schemas.microsoft.com/office/drawing/2014/main" id="{CFEE9636-08B8-0FCD-F66D-EBC4DF519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992" y="365125"/>
            <a:ext cx="11099808" cy="489299"/>
          </a:xfrm>
        </p:spPr>
        <p:txBody>
          <a:bodyPr>
            <a:noAutofit/>
          </a:bodyPr>
          <a:lstStyle/>
          <a:p>
            <a:r>
              <a:rPr lang="en-US" sz="3300" dirty="0"/>
              <a:t>CS Industry Solutions Division – Effective Immediately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5545FE73-36BB-33B7-C754-BFD1F1FB4338}"/>
              </a:ext>
            </a:extLst>
          </p:cNvPr>
          <p:cNvCxnSpPr>
            <a:cxnSpLocks/>
            <a:stCxn id="89" idx="2"/>
            <a:endCxn id="79" idx="0"/>
          </p:cNvCxnSpPr>
          <p:nvPr/>
        </p:nvCxnSpPr>
        <p:spPr>
          <a:xfrm flipH="1">
            <a:off x="6256597" y="1857913"/>
            <a:ext cx="1" cy="12298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8B64D0C8-339E-A9FB-AA3E-82BA86EDFE91}"/>
              </a:ext>
            </a:extLst>
          </p:cNvPr>
          <p:cNvSpPr/>
          <p:nvPr/>
        </p:nvSpPr>
        <p:spPr>
          <a:xfrm>
            <a:off x="5471053" y="2010643"/>
            <a:ext cx="1571088" cy="65364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Isabella Mahale</a:t>
            </a:r>
          </a:p>
          <a:p>
            <a:pPr algn="ctr"/>
            <a:r>
              <a:rPr lang="en-US" sz="1200" dirty="0"/>
              <a:t>VP Customer Success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CC1B390D-FBC8-8F20-DB4E-0C658632498C}"/>
              </a:ext>
            </a:extLst>
          </p:cNvPr>
          <p:cNvSpPr/>
          <p:nvPr/>
        </p:nvSpPr>
        <p:spPr>
          <a:xfrm>
            <a:off x="1049747" y="3087762"/>
            <a:ext cx="1892450" cy="56261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Mihret Bakhit	Technical Account Manager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8B15E799-8DB1-6B68-FA18-98A729C1FE79}"/>
              </a:ext>
            </a:extLst>
          </p:cNvPr>
          <p:cNvSpPr/>
          <p:nvPr/>
        </p:nvSpPr>
        <p:spPr>
          <a:xfrm>
            <a:off x="3103221" y="3087762"/>
            <a:ext cx="1892450" cy="56261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Carola Koffi	Customer Success Manager</a:t>
            </a:r>
          </a:p>
        </p:txBody>
      </p: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7FCAAFDE-4198-3E0A-6FAE-4760C277A37A}"/>
              </a:ext>
            </a:extLst>
          </p:cNvPr>
          <p:cNvCxnSpPr>
            <a:cxnSpLocks/>
            <a:stCxn id="74" idx="0"/>
            <a:endCxn id="73" idx="2"/>
          </p:cNvCxnSpPr>
          <p:nvPr/>
        </p:nvCxnSpPr>
        <p:spPr>
          <a:xfrm rot="5400000" flipH="1" flipV="1">
            <a:off x="3914547" y="745713"/>
            <a:ext cx="423475" cy="4260625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: Elbow 76">
            <a:extLst>
              <a:ext uri="{FF2B5EF4-FFF2-40B4-BE49-F238E27FC236}">
                <a16:creationId xmlns:a16="http://schemas.microsoft.com/office/drawing/2014/main" id="{C48A4216-6B1C-85BE-E1DE-FD01D8C6CF43}"/>
              </a:ext>
            </a:extLst>
          </p:cNvPr>
          <p:cNvCxnSpPr>
            <a:cxnSpLocks/>
            <a:stCxn id="75" idx="0"/>
            <a:endCxn id="73" idx="2"/>
          </p:cNvCxnSpPr>
          <p:nvPr/>
        </p:nvCxnSpPr>
        <p:spPr>
          <a:xfrm rot="5400000" flipH="1" flipV="1">
            <a:off x="4941284" y="1772450"/>
            <a:ext cx="423475" cy="2207151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: Elbow 77">
            <a:extLst>
              <a:ext uri="{FF2B5EF4-FFF2-40B4-BE49-F238E27FC236}">
                <a16:creationId xmlns:a16="http://schemas.microsoft.com/office/drawing/2014/main" id="{99D692E7-812A-10CF-91B3-B340BDBA3CCE}"/>
              </a:ext>
            </a:extLst>
          </p:cNvPr>
          <p:cNvCxnSpPr>
            <a:cxnSpLocks/>
            <a:stCxn id="73" idx="2"/>
            <a:endCxn id="81" idx="0"/>
          </p:cNvCxnSpPr>
          <p:nvPr/>
        </p:nvCxnSpPr>
        <p:spPr>
          <a:xfrm rot="16200000" flipH="1">
            <a:off x="8203614" y="717270"/>
            <a:ext cx="423475" cy="4317508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ectangle 78">
            <a:extLst>
              <a:ext uri="{FF2B5EF4-FFF2-40B4-BE49-F238E27FC236}">
                <a16:creationId xmlns:a16="http://schemas.microsoft.com/office/drawing/2014/main" id="{BFF7B148-11A5-A766-3707-8DE0368EF870}"/>
              </a:ext>
            </a:extLst>
          </p:cNvPr>
          <p:cNvSpPr/>
          <p:nvPr/>
        </p:nvSpPr>
        <p:spPr>
          <a:xfrm>
            <a:off x="5310372" y="3087762"/>
            <a:ext cx="1892450" cy="56261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Ieremia James</a:t>
            </a:r>
          </a:p>
          <a:p>
            <a:pPr algn="ctr"/>
            <a:r>
              <a:rPr lang="en-US" sz="1200" dirty="0"/>
              <a:t>CS Team Lead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8BCFFF97-B579-ACD0-7BFD-E180A697EB61}"/>
              </a:ext>
            </a:extLst>
          </p:cNvPr>
          <p:cNvSpPr/>
          <p:nvPr/>
        </p:nvSpPr>
        <p:spPr>
          <a:xfrm>
            <a:off x="7452123" y="3087762"/>
            <a:ext cx="1892450" cy="56261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Kyi Tokaiono</a:t>
            </a:r>
          </a:p>
          <a:p>
            <a:pPr algn="ctr"/>
            <a:r>
              <a:rPr lang="en-US" sz="1200" dirty="0"/>
              <a:t>Technical Account Manager</a:t>
            </a: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2C8E7C53-1521-FA17-C12A-3141A784FE16}"/>
              </a:ext>
            </a:extLst>
          </p:cNvPr>
          <p:cNvSpPr/>
          <p:nvPr/>
        </p:nvSpPr>
        <p:spPr>
          <a:xfrm>
            <a:off x="9627880" y="3087762"/>
            <a:ext cx="1892450" cy="56261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Adama Purnomo</a:t>
            </a:r>
          </a:p>
          <a:p>
            <a:pPr algn="ctr"/>
            <a:r>
              <a:rPr lang="en-US" sz="1200" dirty="0"/>
              <a:t>CS Team Lead</a:t>
            </a:r>
          </a:p>
        </p:txBody>
      </p:sp>
      <p:sp>
        <p:nvSpPr>
          <p:cNvPr id="82" name="Rectangle 81">
            <a:extLst>
              <a:ext uri="{FF2B5EF4-FFF2-40B4-BE49-F238E27FC236}">
                <a16:creationId xmlns:a16="http://schemas.microsoft.com/office/drawing/2014/main" id="{29B00A1E-873F-80A0-BE1D-006C59400602}"/>
              </a:ext>
            </a:extLst>
          </p:cNvPr>
          <p:cNvSpPr/>
          <p:nvPr/>
        </p:nvSpPr>
        <p:spPr>
          <a:xfrm>
            <a:off x="7733891" y="3830659"/>
            <a:ext cx="1638143" cy="56261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Suha Nystad</a:t>
            </a:r>
          </a:p>
          <a:p>
            <a:pPr algn="ctr"/>
            <a:r>
              <a:rPr lang="en-US" sz="1200" dirty="0"/>
              <a:t>CS Associate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769348D2-7140-7239-86BF-349C5BDF34D7}"/>
              </a:ext>
            </a:extLst>
          </p:cNvPr>
          <p:cNvSpPr/>
          <p:nvPr/>
        </p:nvSpPr>
        <p:spPr>
          <a:xfrm>
            <a:off x="7733891" y="4573556"/>
            <a:ext cx="1638143" cy="56261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Myrto LÄƒng</a:t>
            </a:r>
          </a:p>
          <a:p>
            <a:pPr algn="ctr"/>
            <a:r>
              <a:rPr lang="en-US" sz="1200" dirty="0"/>
              <a:t>Enterprise CSM</a:t>
            </a:r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94A07A72-6C05-B710-4DAD-221781CB7D21}"/>
              </a:ext>
            </a:extLst>
          </p:cNvPr>
          <p:cNvSpPr/>
          <p:nvPr/>
        </p:nvSpPr>
        <p:spPr>
          <a:xfrm>
            <a:off x="3325054" y="3830779"/>
            <a:ext cx="1670617" cy="56261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Lulwa Malan</a:t>
            </a:r>
          </a:p>
          <a:p>
            <a:pPr algn="ctr"/>
            <a:r>
              <a:rPr lang="en-US" sz="1200" dirty="0"/>
              <a:t>Enterprise CSM</a:t>
            </a:r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8602F2DD-85D9-04D5-DB07-81684BB55D9C}"/>
              </a:ext>
            </a:extLst>
          </p:cNvPr>
          <p:cNvSpPr/>
          <p:nvPr/>
        </p:nvSpPr>
        <p:spPr>
          <a:xfrm>
            <a:off x="3325054" y="4577283"/>
            <a:ext cx="1670617" cy="56261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Martine PintÃ©r</a:t>
            </a:r>
          </a:p>
          <a:p>
            <a:pPr algn="ctr"/>
            <a:r>
              <a:rPr lang="pt-BR" sz="1200" dirty="0"/>
              <a:t>Senior CSM</a:t>
            </a:r>
            <a:endParaRPr lang="en-US" sz="1200" dirty="0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D0B70B5C-E45A-189E-2CF7-6A9C035C5D91}"/>
              </a:ext>
            </a:extLst>
          </p:cNvPr>
          <p:cNvSpPr/>
          <p:nvPr/>
        </p:nvSpPr>
        <p:spPr>
          <a:xfrm>
            <a:off x="9627880" y="3830852"/>
            <a:ext cx="1892450" cy="56261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Raymond RedÅ¾epagiÄ‡</a:t>
            </a:r>
          </a:p>
          <a:p>
            <a:pPr algn="ctr"/>
            <a:r>
              <a:rPr lang="en-US" sz="1200" dirty="0"/>
              <a:t>Implementation Specialist</a:t>
            </a:r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2CB3CE80-46A3-C49D-47A4-A2F6C40A9E2C}"/>
              </a:ext>
            </a:extLst>
          </p:cNvPr>
          <p:cNvSpPr/>
          <p:nvPr/>
        </p:nvSpPr>
        <p:spPr>
          <a:xfrm>
            <a:off x="5585598" y="3834393"/>
            <a:ext cx="1638143" cy="56261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Zacchaeus Baker</a:t>
            </a:r>
          </a:p>
          <a:p>
            <a:pPr algn="ctr"/>
            <a:r>
              <a:rPr lang="pt-BR" sz="1200" dirty="0"/>
              <a:t>CS Associate</a:t>
            </a:r>
            <a:endParaRPr lang="en-US" sz="1200" dirty="0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77B4549D-0D44-7980-589A-EAD37AED7281}"/>
              </a:ext>
            </a:extLst>
          </p:cNvPr>
          <p:cNvSpPr/>
          <p:nvPr/>
        </p:nvSpPr>
        <p:spPr>
          <a:xfrm>
            <a:off x="5585598" y="4577283"/>
            <a:ext cx="1638143" cy="56261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Howard Marku</a:t>
            </a:r>
          </a:p>
          <a:p>
            <a:pPr algn="ctr"/>
            <a:r>
              <a:rPr lang="pt-BR" sz="1200" dirty="0"/>
              <a:t>CS Associate</a:t>
            </a:r>
            <a:endParaRPr lang="en-US" sz="1200" dirty="0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89357131-9B81-57E8-2540-CD71BE8646F9}"/>
              </a:ext>
            </a:extLst>
          </p:cNvPr>
          <p:cNvSpPr/>
          <p:nvPr/>
        </p:nvSpPr>
        <p:spPr>
          <a:xfrm>
            <a:off x="5277329" y="1204269"/>
            <a:ext cx="1958537" cy="65364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Sofia Nguyen	</a:t>
            </a:r>
          </a:p>
          <a:p>
            <a:pPr algn="ctr"/>
            <a:r>
              <a:rPr lang="en-US" sz="1200" dirty="0"/>
              <a:t>VP Customer Experience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9F7A1B11-60B1-E887-A790-8A5BF1406B35}"/>
              </a:ext>
            </a:extLst>
          </p:cNvPr>
          <p:cNvSpPr/>
          <p:nvPr/>
        </p:nvSpPr>
        <p:spPr>
          <a:xfrm>
            <a:off x="1271580" y="3827052"/>
            <a:ext cx="1670617" cy="56261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Lucie Hamissou</a:t>
            </a:r>
          </a:p>
          <a:p>
            <a:pPr algn="ctr"/>
            <a:r>
              <a:rPr lang="en-US" sz="1200" dirty="0"/>
              <a:t>Senior CSM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28A69850-59D2-EEE4-C6E3-68635D4F61DD}"/>
              </a:ext>
            </a:extLst>
          </p:cNvPr>
          <p:cNvSpPr/>
          <p:nvPr/>
        </p:nvSpPr>
        <p:spPr>
          <a:xfrm>
            <a:off x="1271580" y="4573556"/>
            <a:ext cx="1670617" cy="56261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Rongo DarsiÃ¨res</a:t>
            </a:r>
          </a:p>
          <a:p>
            <a:pPr algn="ctr"/>
            <a:r>
              <a:rPr lang="pt-BR" sz="1200" dirty="0"/>
              <a:t>CS Associate</a:t>
            </a:r>
            <a:endParaRPr lang="en-US" sz="1200" dirty="0"/>
          </a:p>
        </p:txBody>
      </p:sp>
      <p:cxnSp>
        <p:nvCxnSpPr>
          <p:cNvPr id="92" name="Connector: Elbow 91">
            <a:extLst>
              <a:ext uri="{FF2B5EF4-FFF2-40B4-BE49-F238E27FC236}">
                <a16:creationId xmlns:a16="http://schemas.microsoft.com/office/drawing/2014/main" id="{1C8A4BBD-9C97-D364-8AF9-256E26E2C85D}"/>
              </a:ext>
            </a:extLst>
          </p:cNvPr>
          <p:cNvCxnSpPr>
            <a:cxnSpLocks/>
            <a:stCxn id="80" idx="0"/>
            <a:endCxn id="73" idx="2"/>
          </p:cNvCxnSpPr>
          <p:nvPr/>
        </p:nvCxnSpPr>
        <p:spPr>
          <a:xfrm rot="16200000" flipV="1">
            <a:off x="7115736" y="1805149"/>
            <a:ext cx="423475" cy="2141751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: Elbow 92">
            <a:extLst>
              <a:ext uri="{FF2B5EF4-FFF2-40B4-BE49-F238E27FC236}">
                <a16:creationId xmlns:a16="http://schemas.microsoft.com/office/drawing/2014/main" id="{723FB987-43E8-3D23-D31E-AC0DE417339A}"/>
              </a:ext>
            </a:extLst>
          </p:cNvPr>
          <p:cNvCxnSpPr>
            <a:cxnSpLocks/>
            <a:stCxn id="74" idx="2"/>
            <a:endCxn id="90" idx="1"/>
          </p:cNvCxnSpPr>
          <p:nvPr/>
        </p:nvCxnSpPr>
        <p:spPr>
          <a:xfrm rot="5400000">
            <a:off x="1404784" y="3517171"/>
            <a:ext cx="457984" cy="724392"/>
          </a:xfrm>
          <a:prstGeom prst="bentConnector4">
            <a:avLst>
              <a:gd name="adj1" fmla="val 19288"/>
              <a:gd name="adj2" fmla="val 13155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: Elbow 93">
            <a:extLst>
              <a:ext uri="{FF2B5EF4-FFF2-40B4-BE49-F238E27FC236}">
                <a16:creationId xmlns:a16="http://schemas.microsoft.com/office/drawing/2014/main" id="{25E603C3-1683-A76D-41FC-FC3F05C16C0C}"/>
              </a:ext>
            </a:extLst>
          </p:cNvPr>
          <p:cNvCxnSpPr>
            <a:cxnSpLocks/>
            <a:stCxn id="74" idx="2"/>
            <a:endCxn id="91" idx="1"/>
          </p:cNvCxnSpPr>
          <p:nvPr/>
        </p:nvCxnSpPr>
        <p:spPr>
          <a:xfrm rot="5400000">
            <a:off x="1031532" y="3890423"/>
            <a:ext cx="1204488" cy="724392"/>
          </a:xfrm>
          <a:prstGeom prst="bentConnector4">
            <a:avLst>
              <a:gd name="adj1" fmla="val 7615"/>
              <a:gd name="adj2" fmla="val 13155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: Elbow 94">
            <a:extLst>
              <a:ext uri="{FF2B5EF4-FFF2-40B4-BE49-F238E27FC236}">
                <a16:creationId xmlns:a16="http://schemas.microsoft.com/office/drawing/2014/main" id="{2541A008-D09A-A1BA-5A43-AD1A64F26AE8}"/>
              </a:ext>
            </a:extLst>
          </p:cNvPr>
          <p:cNvCxnSpPr>
            <a:cxnSpLocks/>
            <a:stCxn id="75" idx="2"/>
            <a:endCxn id="84" idx="1"/>
          </p:cNvCxnSpPr>
          <p:nvPr/>
        </p:nvCxnSpPr>
        <p:spPr>
          <a:xfrm rot="5400000">
            <a:off x="3456395" y="3519034"/>
            <a:ext cx="461711" cy="724392"/>
          </a:xfrm>
          <a:prstGeom prst="bentConnector4">
            <a:avLst>
              <a:gd name="adj1" fmla="val 19536"/>
              <a:gd name="adj2" fmla="val 13155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: Elbow 95">
            <a:extLst>
              <a:ext uri="{FF2B5EF4-FFF2-40B4-BE49-F238E27FC236}">
                <a16:creationId xmlns:a16="http://schemas.microsoft.com/office/drawing/2014/main" id="{3C011F12-5502-156E-257F-B38F273FCC66}"/>
              </a:ext>
            </a:extLst>
          </p:cNvPr>
          <p:cNvCxnSpPr>
            <a:cxnSpLocks/>
            <a:stCxn id="79" idx="2"/>
            <a:endCxn id="87" idx="1"/>
          </p:cNvCxnSpPr>
          <p:nvPr/>
        </p:nvCxnSpPr>
        <p:spPr>
          <a:xfrm rot="5400000">
            <a:off x="5688436" y="3547538"/>
            <a:ext cx="465325" cy="670999"/>
          </a:xfrm>
          <a:prstGeom prst="bentConnector4">
            <a:avLst>
              <a:gd name="adj1" fmla="val 19773"/>
              <a:gd name="adj2" fmla="val 134069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: Elbow 96">
            <a:extLst>
              <a:ext uri="{FF2B5EF4-FFF2-40B4-BE49-F238E27FC236}">
                <a16:creationId xmlns:a16="http://schemas.microsoft.com/office/drawing/2014/main" id="{FFF9A3FD-3F88-0549-0544-9C928190C927}"/>
              </a:ext>
            </a:extLst>
          </p:cNvPr>
          <p:cNvCxnSpPr>
            <a:cxnSpLocks/>
            <a:stCxn id="79" idx="2"/>
            <a:endCxn id="88" idx="1"/>
          </p:cNvCxnSpPr>
          <p:nvPr/>
        </p:nvCxnSpPr>
        <p:spPr>
          <a:xfrm rot="5400000">
            <a:off x="5316991" y="3918983"/>
            <a:ext cx="1208215" cy="670999"/>
          </a:xfrm>
          <a:prstGeom prst="bentConnector4">
            <a:avLst>
              <a:gd name="adj1" fmla="val 7746"/>
              <a:gd name="adj2" fmla="val 134069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: Elbow 97">
            <a:extLst>
              <a:ext uri="{FF2B5EF4-FFF2-40B4-BE49-F238E27FC236}">
                <a16:creationId xmlns:a16="http://schemas.microsoft.com/office/drawing/2014/main" id="{13048733-8B75-9B9C-A0DA-D3196822D6B9}"/>
              </a:ext>
            </a:extLst>
          </p:cNvPr>
          <p:cNvCxnSpPr>
            <a:cxnSpLocks/>
            <a:stCxn id="80" idx="2"/>
            <a:endCxn id="82" idx="1"/>
          </p:cNvCxnSpPr>
          <p:nvPr/>
        </p:nvCxnSpPr>
        <p:spPr>
          <a:xfrm rot="5400000">
            <a:off x="7835325" y="3548942"/>
            <a:ext cx="461591" cy="664457"/>
          </a:xfrm>
          <a:prstGeom prst="bentConnector4">
            <a:avLst>
              <a:gd name="adj1" fmla="val 19529"/>
              <a:gd name="adj2" fmla="val 134404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: Elbow 98">
            <a:extLst>
              <a:ext uri="{FF2B5EF4-FFF2-40B4-BE49-F238E27FC236}">
                <a16:creationId xmlns:a16="http://schemas.microsoft.com/office/drawing/2014/main" id="{98E8ED7B-D65E-B3AC-2424-C00B427DCF69}"/>
              </a:ext>
            </a:extLst>
          </p:cNvPr>
          <p:cNvCxnSpPr>
            <a:cxnSpLocks/>
            <a:stCxn id="80" idx="2"/>
            <a:endCxn id="83" idx="1"/>
          </p:cNvCxnSpPr>
          <p:nvPr/>
        </p:nvCxnSpPr>
        <p:spPr>
          <a:xfrm rot="5400000">
            <a:off x="7463876" y="3920391"/>
            <a:ext cx="1204488" cy="664457"/>
          </a:xfrm>
          <a:prstGeom prst="bentConnector4">
            <a:avLst>
              <a:gd name="adj1" fmla="val 7615"/>
              <a:gd name="adj2" fmla="val 134404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: Elbow 99">
            <a:extLst>
              <a:ext uri="{FF2B5EF4-FFF2-40B4-BE49-F238E27FC236}">
                <a16:creationId xmlns:a16="http://schemas.microsoft.com/office/drawing/2014/main" id="{922C3213-F71B-5A58-6D8C-4CAAAB5B2E3F}"/>
              </a:ext>
            </a:extLst>
          </p:cNvPr>
          <p:cNvCxnSpPr>
            <a:cxnSpLocks/>
            <a:stCxn id="81" idx="2"/>
            <a:endCxn id="86" idx="1"/>
          </p:cNvCxnSpPr>
          <p:nvPr/>
        </p:nvCxnSpPr>
        <p:spPr>
          <a:xfrm rot="5400000">
            <a:off x="9870101" y="3408155"/>
            <a:ext cx="461784" cy="946225"/>
          </a:xfrm>
          <a:prstGeom prst="bentConnector4">
            <a:avLst>
              <a:gd name="adj1" fmla="val 19541"/>
              <a:gd name="adj2" fmla="val 11438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: Elbow 100">
            <a:extLst>
              <a:ext uri="{FF2B5EF4-FFF2-40B4-BE49-F238E27FC236}">
                <a16:creationId xmlns:a16="http://schemas.microsoft.com/office/drawing/2014/main" id="{23C207AA-1701-6041-F724-36DB90705E34}"/>
              </a:ext>
            </a:extLst>
          </p:cNvPr>
          <p:cNvCxnSpPr>
            <a:cxnSpLocks/>
            <a:stCxn id="75" idx="2"/>
            <a:endCxn id="85" idx="1"/>
          </p:cNvCxnSpPr>
          <p:nvPr/>
        </p:nvCxnSpPr>
        <p:spPr>
          <a:xfrm rot="5400000">
            <a:off x="3083143" y="3892286"/>
            <a:ext cx="1208215" cy="724392"/>
          </a:xfrm>
          <a:prstGeom prst="bentConnector4">
            <a:avLst>
              <a:gd name="adj1" fmla="val 7746"/>
              <a:gd name="adj2" fmla="val 13155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2" name="Table 101">
            <a:extLst>
              <a:ext uri="{FF2B5EF4-FFF2-40B4-BE49-F238E27FC236}">
                <a16:creationId xmlns:a16="http://schemas.microsoft.com/office/drawing/2014/main" id="{021CBCD3-7709-C08D-2D32-DD900F9E5A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601783"/>
              </p:ext>
            </p:extLst>
          </p:nvPr>
        </p:nvGraphicFramePr>
        <p:xfrm>
          <a:off x="369149" y="1204269"/>
          <a:ext cx="392281" cy="409425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281">
                  <a:extLst>
                    <a:ext uri="{9D8B030D-6E8A-4147-A177-3AD203B41FA5}">
                      <a16:colId xmlns:a16="http://schemas.microsoft.com/office/drawing/2014/main" val="405329133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L2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3807227"/>
                  </a:ext>
                </a:extLst>
              </a:tr>
              <a:tr h="832206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L3</a:t>
                      </a:r>
                      <a:endParaRPr lang="en-US" b="0" dirty="0"/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6123346"/>
                  </a:ext>
                </a:extLst>
              </a:tr>
              <a:tr h="97604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L4</a:t>
                      </a:r>
                      <a:endParaRPr lang="en-US" b="0" dirty="0"/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7636646"/>
                  </a:ext>
                </a:extLst>
              </a:tr>
              <a:tr h="155448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L5</a:t>
                      </a:r>
                      <a:endParaRPr lang="en-US" b="0" dirty="0"/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74397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20012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8EBF0A-1350-1C24-F158-2F3BB08A0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E3B727D-84CC-3A7E-57D3-B987F15E9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Customer Success – Future Org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1886BD7-7517-8748-C256-EB5365615F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0157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77AB2-50E0-1688-4535-DC7C948D8B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AB950120-6A57-022A-CE1A-22F58E90F5AE}"/>
              </a:ext>
            </a:extLst>
          </p:cNvPr>
          <p:cNvSpPr/>
          <p:nvPr/>
        </p:nvSpPr>
        <p:spPr>
          <a:xfrm>
            <a:off x="4816849" y="1204269"/>
            <a:ext cx="1958537" cy="65364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Sofia Nguyen	</a:t>
            </a:r>
          </a:p>
          <a:p>
            <a:pPr algn="ctr"/>
            <a:r>
              <a:rPr lang="en-US" sz="1200" dirty="0"/>
              <a:t>VP Customer Experience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838E0C6-8B42-A73D-EC05-6310543DB07F}"/>
              </a:ext>
            </a:extLst>
          </p:cNvPr>
          <p:cNvSpPr/>
          <p:nvPr/>
        </p:nvSpPr>
        <p:spPr>
          <a:xfrm>
            <a:off x="2082766" y="2158535"/>
            <a:ext cx="1626594" cy="65364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Mapaseka Nhaca</a:t>
            </a:r>
          </a:p>
          <a:p>
            <a:pPr algn="ctr"/>
            <a:r>
              <a:rPr lang="en-US" sz="1200" dirty="0"/>
              <a:t>Technical Account Manager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669C616-12CF-3257-0927-F5101DDD3F62}"/>
              </a:ext>
            </a:extLst>
          </p:cNvPr>
          <p:cNvSpPr/>
          <p:nvPr/>
        </p:nvSpPr>
        <p:spPr>
          <a:xfrm>
            <a:off x="5989871" y="2158535"/>
            <a:ext cx="1571088" cy="65364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Zoey Guerrero</a:t>
            </a:r>
          </a:p>
          <a:p>
            <a:pPr algn="ctr"/>
            <a:r>
              <a:rPr lang="en-US" sz="1200" dirty="0"/>
              <a:t>Customer Success Manager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574F598-8B8E-52A1-BFF0-AA6294D152AD}"/>
              </a:ext>
            </a:extLst>
          </p:cNvPr>
          <p:cNvSpPr/>
          <p:nvPr/>
        </p:nvSpPr>
        <p:spPr>
          <a:xfrm>
            <a:off x="7852204" y="2158535"/>
            <a:ext cx="1403884" cy="65364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Tanya Lim</a:t>
            </a:r>
          </a:p>
          <a:p>
            <a:pPr algn="ctr"/>
            <a:r>
              <a:rPr lang="en-US" sz="1200" dirty="0"/>
              <a:t>Customer Success Manager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39B77B0-19F2-4014-E7AB-70384237FBD5}"/>
              </a:ext>
            </a:extLst>
          </p:cNvPr>
          <p:cNvSpPr/>
          <p:nvPr/>
        </p:nvSpPr>
        <p:spPr>
          <a:xfrm>
            <a:off x="3996898" y="2158535"/>
            <a:ext cx="1571088" cy="65364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Ludovic Jorge</a:t>
            </a:r>
          </a:p>
          <a:p>
            <a:pPr algn="ctr"/>
            <a:r>
              <a:rPr lang="en-US" sz="1200" dirty="0"/>
              <a:t>Customer Success Manager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EA2FF06-D2E5-03DC-1502-9D18E9C6E540}"/>
              </a:ext>
            </a:extLst>
          </p:cNvPr>
          <p:cNvSpPr/>
          <p:nvPr/>
        </p:nvSpPr>
        <p:spPr>
          <a:xfrm>
            <a:off x="2269853" y="3060286"/>
            <a:ext cx="1626594" cy="65364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Sangeeta Thompson</a:t>
            </a:r>
          </a:p>
          <a:p>
            <a:pPr algn="ctr"/>
            <a:r>
              <a:rPr lang="en-US" sz="1200" dirty="0"/>
              <a:t>Implementation Specialist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3D2F9F5-963C-5A76-77A2-F70846A323E1}"/>
              </a:ext>
            </a:extLst>
          </p:cNvPr>
          <p:cNvSpPr/>
          <p:nvPr/>
        </p:nvSpPr>
        <p:spPr>
          <a:xfrm>
            <a:off x="4236405" y="3060286"/>
            <a:ext cx="1571088" cy="65364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JazmÃ­n Cardoso</a:t>
            </a:r>
          </a:p>
          <a:p>
            <a:pPr algn="ctr"/>
            <a:r>
              <a:rPr lang="pt-BR" sz="1200" dirty="0"/>
              <a:t>CS Associate</a:t>
            </a:r>
            <a:endParaRPr lang="en-US" sz="12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B6EDEC41-4F1D-5CF2-E71A-B9CA91A312D7}"/>
              </a:ext>
            </a:extLst>
          </p:cNvPr>
          <p:cNvSpPr/>
          <p:nvPr/>
        </p:nvSpPr>
        <p:spPr>
          <a:xfrm>
            <a:off x="5989871" y="3060286"/>
            <a:ext cx="1571089" cy="65364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Elena WoÅºniak</a:t>
            </a:r>
          </a:p>
          <a:p>
            <a:pPr algn="ctr"/>
            <a:r>
              <a:rPr lang="en-US" sz="1200" dirty="0"/>
              <a:t>Implementation Specialist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2AD4E9C-7FC5-CD43-C7AB-F469064B8747}"/>
              </a:ext>
            </a:extLst>
          </p:cNvPr>
          <p:cNvSpPr/>
          <p:nvPr/>
        </p:nvSpPr>
        <p:spPr>
          <a:xfrm>
            <a:off x="6073444" y="3930342"/>
            <a:ext cx="1403884" cy="65364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Denis Carrasco</a:t>
            </a:r>
          </a:p>
          <a:p>
            <a:pPr algn="ctr"/>
            <a:r>
              <a:rPr lang="en-US" sz="1200" dirty="0"/>
              <a:t>Enterprise CSM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F783092-FDB9-0FEF-FB11-2777B646E8C1}"/>
              </a:ext>
            </a:extLst>
          </p:cNvPr>
          <p:cNvSpPr/>
          <p:nvPr/>
        </p:nvSpPr>
        <p:spPr>
          <a:xfrm>
            <a:off x="2269853" y="3895788"/>
            <a:ext cx="1626594" cy="65364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Diane Awono	</a:t>
            </a:r>
          </a:p>
          <a:p>
            <a:pPr algn="ctr"/>
            <a:r>
              <a:rPr lang="en-US" sz="1200" dirty="0"/>
              <a:t>Senior CSM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A698FBA3-52D2-72CF-EB85-41F508439CCE}"/>
              </a:ext>
            </a:extLst>
          </p:cNvPr>
          <p:cNvSpPr/>
          <p:nvPr/>
        </p:nvSpPr>
        <p:spPr>
          <a:xfrm>
            <a:off x="4236405" y="3918863"/>
            <a:ext cx="1571088" cy="65364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Lars Costea</a:t>
            </a:r>
          </a:p>
          <a:p>
            <a:pPr algn="ctr"/>
            <a:r>
              <a:rPr lang="en-US" sz="1200" dirty="0"/>
              <a:t>Implementation Specialist</a:t>
            </a:r>
          </a:p>
        </p:txBody>
      </p:sp>
      <p:sp>
        <p:nvSpPr>
          <p:cNvPr id="46" name="Title 45">
            <a:extLst>
              <a:ext uri="{FF2B5EF4-FFF2-40B4-BE49-F238E27FC236}">
                <a16:creationId xmlns:a16="http://schemas.microsoft.com/office/drawing/2014/main" id="{F56A2290-ED58-7A48-205E-74BE194EA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992" y="365125"/>
            <a:ext cx="11099808" cy="489299"/>
          </a:xfrm>
        </p:spPr>
        <p:txBody>
          <a:bodyPr>
            <a:noAutofit/>
          </a:bodyPr>
          <a:lstStyle/>
          <a:p>
            <a:r>
              <a:rPr lang="en-US" sz="3300" dirty="0"/>
              <a:t>CS Public Sector Solutions Division Future State Org (1 of 2)</a:t>
            </a:r>
          </a:p>
        </p:txBody>
      </p: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ECF1B58A-8013-61F1-28E5-BD0D59A2EF95}"/>
              </a:ext>
            </a:extLst>
          </p:cNvPr>
          <p:cNvCxnSpPr>
            <a:cxnSpLocks/>
            <a:stCxn id="28" idx="0"/>
            <a:endCxn id="23" idx="2"/>
          </p:cNvCxnSpPr>
          <p:nvPr/>
        </p:nvCxnSpPr>
        <p:spPr>
          <a:xfrm rot="16200000" flipV="1">
            <a:off x="6135456" y="1518575"/>
            <a:ext cx="300622" cy="979297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: Elbow 55">
            <a:extLst>
              <a:ext uri="{FF2B5EF4-FFF2-40B4-BE49-F238E27FC236}">
                <a16:creationId xmlns:a16="http://schemas.microsoft.com/office/drawing/2014/main" id="{7538009D-7939-AD07-2AEF-6BCEC7B46FF4}"/>
              </a:ext>
            </a:extLst>
          </p:cNvPr>
          <p:cNvCxnSpPr>
            <a:cxnSpLocks/>
            <a:stCxn id="30" idx="0"/>
            <a:endCxn id="23" idx="2"/>
          </p:cNvCxnSpPr>
          <p:nvPr/>
        </p:nvCxnSpPr>
        <p:spPr>
          <a:xfrm rot="16200000" flipV="1">
            <a:off x="7024821" y="629210"/>
            <a:ext cx="300622" cy="2758028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BC24BF38-6A80-344A-92B8-3A9190D51975}"/>
              </a:ext>
            </a:extLst>
          </p:cNvPr>
          <p:cNvCxnSpPr>
            <a:cxnSpLocks/>
            <a:stCxn id="37" idx="1"/>
            <a:endCxn id="27" idx="2"/>
          </p:cNvCxnSpPr>
          <p:nvPr/>
        </p:nvCxnSpPr>
        <p:spPr>
          <a:xfrm rot="10800000" flipH="1">
            <a:off x="2269853" y="2812180"/>
            <a:ext cx="626210" cy="574929"/>
          </a:xfrm>
          <a:prstGeom prst="bentConnector4">
            <a:avLst>
              <a:gd name="adj1" fmla="val -36505"/>
              <a:gd name="adj2" fmla="val 7842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65F277E6-52D6-DE26-FCB4-C948074967BD}"/>
              </a:ext>
            </a:extLst>
          </p:cNvPr>
          <p:cNvCxnSpPr>
            <a:stCxn id="28" idx="2"/>
            <a:endCxn id="40" idx="0"/>
          </p:cNvCxnSpPr>
          <p:nvPr/>
        </p:nvCxnSpPr>
        <p:spPr>
          <a:xfrm>
            <a:off x="6775415" y="2812179"/>
            <a:ext cx="1" cy="2481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E58E9942-88B1-BC03-4155-BDF63E1D53FB}"/>
              </a:ext>
            </a:extLst>
          </p:cNvPr>
          <p:cNvCxnSpPr>
            <a:cxnSpLocks/>
            <a:stCxn id="40" idx="2"/>
            <a:endCxn id="41" idx="0"/>
          </p:cNvCxnSpPr>
          <p:nvPr/>
        </p:nvCxnSpPr>
        <p:spPr>
          <a:xfrm flipH="1">
            <a:off x="6775386" y="3713930"/>
            <a:ext cx="30" cy="21641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45FBBF5-8F1C-A687-4B75-94BA4630E0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9648407"/>
              </p:ext>
            </p:extLst>
          </p:nvPr>
        </p:nvGraphicFramePr>
        <p:xfrm>
          <a:off x="369150" y="1204269"/>
          <a:ext cx="636828" cy="4385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6828">
                  <a:extLst>
                    <a:ext uri="{9D8B030D-6E8A-4147-A177-3AD203B41FA5}">
                      <a16:colId xmlns:a16="http://schemas.microsoft.com/office/drawing/2014/main" val="4053291332"/>
                    </a:ext>
                  </a:extLst>
                </a:gridCol>
              </a:tblGrid>
              <a:tr h="788918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L2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3807227"/>
                  </a:ext>
                </a:extLst>
              </a:tr>
              <a:tr h="945222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L3</a:t>
                      </a:r>
                      <a:endParaRPr lang="en-US" b="0" dirty="0"/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6123346"/>
                  </a:ext>
                </a:extLst>
              </a:tr>
              <a:tr h="265176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L4</a:t>
                      </a:r>
                      <a:endParaRPr lang="en-US" b="0" dirty="0"/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7636646"/>
                  </a:ext>
                </a:extLst>
              </a:tr>
            </a:tbl>
          </a:graphicData>
        </a:graphic>
      </p:graphicFrame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4C4035F3-5449-FF1D-5C5B-5337B154A0E0}"/>
              </a:ext>
            </a:extLst>
          </p:cNvPr>
          <p:cNvCxnSpPr>
            <a:cxnSpLocks/>
            <a:stCxn id="31" idx="0"/>
            <a:endCxn id="23" idx="2"/>
          </p:cNvCxnSpPr>
          <p:nvPr/>
        </p:nvCxnSpPr>
        <p:spPr>
          <a:xfrm rot="5400000" flipH="1" flipV="1">
            <a:off x="5138969" y="1501386"/>
            <a:ext cx="300622" cy="1013676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CE9D3B2C-57EC-D2AA-5464-7AB05DCE8906}"/>
              </a:ext>
            </a:extLst>
          </p:cNvPr>
          <p:cNvCxnSpPr>
            <a:cxnSpLocks/>
            <a:stCxn id="27" idx="0"/>
            <a:endCxn id="23" idx="2"/>
          </p:cNvCxnSpPr>
          <p:nvPr/>
        </p:nvCxnSpPr>
        <p:spPr>
          <a:xfrm rot="5400000" flipH="1" flipV="1">
            <a:off x="4195779" y="558197"/>
            <a:ext cx="300622" cy="2900055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03C9738A-5909-F163-0EAF-708F22D27DA2}"/>
              </a:ext>
            </a:extLst>
          </p:cNvPr>
          <p:cNvCxnSpPr>
            <a:cxnSpLocks/>
            <a:stCxn id="42" idx="1"/>
            <a:endCxn id="27" idx="2"/>
          </p:cNvCxnSpPr>
          <p:nvPr/>
        </p:nvCxnSpPr>
        <p:spPr>
          <a:xfrm rot="10800000" flipH="1">
            <a:off x="2269853" y="2812180"/>
            <a:ext cx="626210" cy="1410431"/>
          </a:xfrm>
          <a:prstGeom prst="bentConnector4">
            <a:avLst>
              <a:gd name="adj1" fmla="val -36505"/>
              <a:gd name="adj2" fmla="val 90648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D2F8B8F1-9344-4B30-7E65-2B5B8E242238}"/>
              </a:ext>
            </a:extLst>
          </p:cNvPr>
          <p:cNvCxnSpPr>
            <a:cxnSpLocks/>
            <a:stCxn id="39" idx="1"/>
            <a:endCxn id="31" idx="2"/>
          </p:cNvCxnSpPr>
          <p:nvPr/>
        </p:nvCxnSpPr>
        <p:spPr>
          <a:xfrm rot="10800000" flipH="1">
            <a:off x="4236404" y="2812180"/>
            <a:ext cx="546037" cy="574929"/>
          </a:xfrm>
          <a:prstGeom prst="bentConnector4">
            <a:avLst>
              <a:gd name="adj1" fmla="val -41865"/>
              <a:gd name="adj2" fmla="val 78423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203B72BE-FE87-B460-D01C-71970E15F8D0}"/>
              </a:ext>
            </a:extLst>
          </p:cNvPr>
          <p:cNvCxnSpPr>
            <a:cxnSpLocks/>
            <a:stCxn id="45" idx="1"/>
            <a:endCxn id="31" idx="2"/>
          </p:cNvCxnSpPr>
          <p:nvPr/>
        </p:nvCxnSpPr>
        <p:spPr>
          <a:xfrm rot="10800000" flipH="1">
            <a:off x="4236404" y="2812179"/>
            <a:ext cx="546037" cy="1433506"/>
          </a:xfrm>
          <a:prstGeom prst="bentConnector4">
            <a:avLst>
              <a:gd name="adj1" fmla="val -41865"/>
              <a:gd name="adj2" fmla="val 92218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FB2EE0F-18AD-FACB-9089-D407AA6256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2734793"/>
              </p:ext>
            </p:extLst>
          </p:nvPr>
        </p:nvGraphicFramePr>
        <p:xfrm>
          <a:off x="5316074" y="6113181"/>
          <a:ext cx="628344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3965">
                  <a:extLst>
                    <a:ext uri="{9D8B030D-6E8A-4147-A177-3AD203B41FA5}">
                      <a16:colId xmlns:a16="http://schemas.microsoft.com/office/drawing/2014/main" val="2536998529"/>
                    </a:ext>
                  </a:extLst>
                </a:gridCol>
                <a:gridCol w="1408190">
                  <a:extLst>
                    <a:ext uri="{9D8B030D-6E8A-4147-A177-3AD203B41FA5}">
                      <a16:colId xmlns:a16="http://schemas.microsoft.com/office/drawing/2014/main" val="528772535"/>
                    </a:ext>
                  </a:extLst>
                </a:gridCol>
                <a:gridCol w="1345353">
                  <a:extLst>
                    <a:ext uri="{9D8B030D-6E8A-4147-A177-3AD203B41FA5}">
                      <a16:colId xmlns:a16="http://schemas.microsoft.com/office/drawing/2014/main" val="1558489713"/>
                    </a:ext>
                  </a:extLst>
                </a:gridCol>
                <a:gridCol w="1736507">
                  <a:extLst>
                    <a:ext uri="{9D8B030D-6E8A-4147-A177-3AD203B41FA5}">
                      <a16:colId xmlns:a16="http://schemas.microsoft.com/office/drawing/2014/main" val="354715894"/>
                    </a:ext>
                  </a:extLst>
                </a:gridCol>
                <a:gridCol w="1109434">
                  <a:extLst>
                    <a:ext uri="{9D8B030D-6E8A-4147-A177-3AD203B41FA5}">
                      <a16:colId xmlns:a16="http://schemas.microsoft.com/office/drawing/2014/main" val="12440757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Key: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Retained Role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Realign Role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Eliminate Role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New Role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896524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B26231A-3FC9-FAC1-B596-F86A09680EED}"/>
              </a:ext>
            </a:extLst>
          </p:cNvPr>
          <p:cNvSpPr txBox="1"/>
          <p:nvPr/>
        </p:nvSpPr>
        <p:spPr>
          <a:xfrm>
            <a:off x="5277329" y="6492875"/>
            <a:ext cx="20955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Confidential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51CA9E0-6E7B-54D4-8917-458987A2F8AA}"/>
              </a:ext>
            </a:extLst>
          </p:cNvPr>
          <p:cNvSpPr/>
          <p:nvPr/>
        </p:nvSpPr>
        <p:spPr>
          <a:xfrm>
            <a:off x="2269853" y="4731290"/>
            <a:ext cx="1626594" cy="65364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TBD</a:t>
            </a:r>
          </a:p>
          <a:p>
            <a:pPr algn="ctr"/>
            <a:r>
              <a:rPr lang="en-US" sz="1200" dirty="0"/>
              <a:t>Senior CSM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4E5AF6-8080-E103-26D2-EAD5BD22ED73}"/>
              </a:ext>
            </a:extLst>
          </p:cNvPr>
          <p:cNvSpPr/>
          <p:nvPr/>
        </p:nvSpPr>
        <p:spPr>
          <a:xfrm>
            <a:off x="4236405" y="4744791"/>
            <a:ext cx="1559713" cy="653644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TBD</a:t>
            </a:r>
          </a:p>
          <a:p>
            <a:pPr algn="ctr"/>
            <a:r>
              <a:rPr lang="en-US" sz="1200" dirty="0"/>
              <a:t>CS Associate</a:t>
            </a:r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8018144D-9689-5CBE-5077-679B54B11033}"/>
              </a:ext>
            </a:extLst>
          </p:cNvPr>
          <p:cNvCxnSpPr>
            <a:cxnSpLocks/>
            <a:stCxn id="10" idx="1"/>
            <a:endCxn id="42" idx="1"/>
          </p:cNvCxnSpPr>
          <p:nvPr/>
        </p:nvCxnSpPr>
        <p:spPr>
          <a:xfrm rot="10800000">
            <a:off x="2269853" y="4222610"/>
            <a:ext cx="12700" cy="835502"/>
          </a:xfrm>
          <a:prstGeom prst="bentConnector3">
            <a:avLst>
              <a:gd name="adj1" fmla="val 1880898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3FB8592A-CE6F-898D-4F60-127538762715}"/>
              </a:ext>
            </a:extLst>
          </p:cNvPr>
          <p:cNvCxnSpPr>
            <a:cxnSpLocks/>
            <a:stCxn id="11" idx="1"/>
            <a:endCxn id="31" idx="2"/>
          </p:cNvCxnSpPr>
          <p:nvPr/>
        </p:nvCxnSpPr>
        <p:spPr>
          <a:xfrm rot="10800000" flipH="1">
            <a:off x="4236404" y="2812179"/>
            <a:ext cx="546037" cy="2259434"/>
          </a:xfrm>
          <a:prstGeom prst="bentConnector4">
            <a:avLst>
              <a:gd name="adj1" fmla="val -41865"/>
              <a:gd name="adj2" fmla="val 94974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30440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D8065F-F621-3036-218F-3C6997242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AE9201D8-BC15-7EFB-8D7C-02E4D10B867C}"/>
              </a:ext>
            </a:extLst>
          </p:cNvPr>
          <p:cNvCxnSpPr>
            <a:cxnSpLocks/>
            <a:stCxn id="2" idx="2"/>
            <a:endCxn id="7" idx="0"/>
          </p:cNvCxnSpPr>
          <p:nvPr/>
        </p:nvCxnSpPr>
        <p:spPr>
          <a:xfrm flipH="1">
            <a:off x="6256597" y="1857913"/>
            <a:ext cx="1" cy="12298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261C7B36-148E-ACEB-7D57-BE44F6E16BFD}"/>
              </a:ext>
            </a:extLst>
          </p:cNvPr>
          <p:cNvSpPr/>
          <p:nvPr/>
        </p:nvSpPr>
        <p:spPr>
          <a:xfrm>
            <a:off x="5471053" y="2010643"/>
            <a:ext cx="1571088" cy="65364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Isabella Mahale</a:t>
            </a:r>
          </a:p>
          <a:p>
            <a:pPr algn="ctr"/>
            <a:r>
              <a:rPr lang="en-US" sz="1200" dirty="0"/>
              <a:t>VP Customer Success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F565D13-E320-1243-B6D6-3D506CCBE928}"/>
              </a:ext>
            </a:extLst>
          </p:cNvPr>
          <p:cNvSpPr/>
          <p:nvPr/>
        </p:nvSpPr>
        <p:spPr>
          <a:xfrm>
            <a:off x="1049747" y="3087762"/>
            <a:ext cx="1892450" cy="56261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Mihret Bakhit	Technical Account Manager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8E5B45B-5EAD-7A58-57A3-FD83A18F70A0}"/>
              </a:ext>
            </a:extLst>
          </p:cNvPr>
          <p:cNvSpPr/>
          <p:nvPr/>
        </p:nvSpPr>
        <p:spPr>
          <a:xfrm>
            <a:off x="3103221" y="3087762"/>
            <a:ext cx="1892450" cy="56261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Carola Koffi	Customer Success Manager</a:t>
            </a:r>
          </a:p>
        </p:txBody>
      </p:sp>
      <p:sp>
        <p:nvSpPr>
          <p:cNvPr id="46" name="Title 45">
            <a:extLst>
              <a:ext uri="{FF2B5EF4-FFF2-40B4-BE49-F238E27FC236}">
                <a16:creationId xmlns:a16="http://schemas.microsoft.com/office/drawing/2014/main" id="{7F69F9E5-9DE7-3F33-A2B4-97F4B2D5F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992" y="365125"/>
            <a:ext cx="11099808" cy="489299"/>
          </a:xfrm>
        </p:spPr>
        <p:txBody>
          <a:bodyPr>
            <a:noAutofit/>
          </a:bodyPr>
          <a:lstStyle/>
          <a:p>
            <a:r>
              <a:rPr lang="en-US" sz="3300" dirty="0"/>
              <a:t>CS Industry Solutions Division Future State Organization (2 of 2)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5C7D0ADA-F12E-76BB-5CA7-90EE5C18C520}"/>
              </a:ext>
            </a:extLst>
          </p:cNvPr>
          <p:cNvCxnSpPr>
            <a:cxnSpLocks/>
            <a:stCxn id="38" idx="0"/>
            <a:endCxn id="29" idx="2"/>
          </p:cNvCxnSpPr>
          <p:nvPr/>
        </p:nvCxnSpPr>
        <p:spPr>
          <a:xfrm rot="5400000" flipH="1" flipV="1">
            <a:off x="3914547" y="745713"/>
            <a:ext cx="423475" cy="4260625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82DF7DC2-AC38-7FAC-2014-292287D65AAF}"/>
              </a:ext>
            </a:extLst>
          </p:cNvPr>
          <p:cNvCxnSpPr>
            <a:cxnSpLocks/>
            <a:stCxn id="44" idx="0"/>
            <a:endCxn id="29" idx="2"/>
          </p:cNvCxnSpPr>
          <p:nvPr/>
        </p:nvCxnSpPr>
        <p:spPr>
          <a:xfrm rot="5400000" flipH="1" flipV="1">
            <a:off x="4941284" y="1772450"/>
            <a:ext cx="423475" cy="2207151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B6A038D2-754B-1A6B-5556-1D7010C9269D}"/>
              </a:ext>
            </a:extLst>
          </p:cNvPr>
          <p:cNvCxnSpPr>
            <a:cxnSpLocks/>
            <a:stCxn id="29" idx="2"/>
            <a:endCxn id="9" idx="0"/>
          </p:cNvCxnSpPr>
          <p:nvPr/>
        </p:nvCxnSpPr>
        <p:spPr>
          <a:xfrm rot="16200000" flipH="1">
            <a:off x="8203614" y="717270"/>
            <a:ext cx="423475" cy="4317508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8590A229-D8A9-B9CF-0A3D-14285FBFC6CD}"/>
              </a:ext>
            </a:extLst>
          </p:cNvPr>
          <p:cNvSpPr/>
          <p:nvPr/>
        </p:nvSpPr>
        <p:spPr>
          <a:xfrm>
            <a:off x="5310372" y="3087762"/>
            <a:ext cx="1892450" cy="56261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Ieremia James</a:t>
            </a:r>
          </a:p>
          <a:p>
            <a:pPr algn="ctr"/>
            <a:r>
              <a:rPr lang="en-US" sz="1200" dirty="0"/>
              <a:t>CS Team Lead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881B35-B0BF-AC73-48A5-E7AD91B8858D}"/>
              </a:ext>
            </a:extLst>
          </p:cNvPr>
          <p:cNvSpPr/>
          <p:nvPr/>
        </p:nvSpPr>
        <p:spPr>
          <a:xfrm>
            <a:off x="7452123" y="3087762"/>
            <a:ext cx="1892450" cy="56261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Kyi Tokaiono</a:t>
            </a:r>
          </a:p>
          <a:p>
            <a:pPr algn="ctr"/>
            <a:r>
              <a:rPr lang="en-US" sz="1200" dirty="0"/>
              <a:t>Technical Account Manager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F7DCCD6-C3EC-159C-1700-FF30ABA5271C}"/>
              </a:ext>
            </a:extLst>
          </p:cNvPr>
          <p:cNvSpPr/>
          <p:nvPr/>
        </p:nvSpPr>
        <p:spPr>
          <a:xfrm>
            <a:off x="9627880" y="3087762"/>
            <a:ext cx="1892450" cy="56261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Adama Purnomo</a:t>
            </a:r>
          </a:p>
          <a:p>
            <a:pPr algn="ctr"/>
            <a:r>
              <a:rPr lang="en-US" sz="1200" dirty="0"/>
              <a:t>CS Team Lead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5CA866F-568F-6D50-E522-EAA6E979AA68}"/>
              </a:ext>
            </a:extLst>
          </p:cNvPr>
          <p:cNvSpPr/>
          <p:nvPr/>
        </p:nvSpPr>
        <p:spPr>
          <a:xfrm>
            <a:off x="7733891" y="3830659"/>
            <a:ext cx="1638143" cy="56261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Suha Nystad</a:t>
            </a:r>
          </a:p>
          <a:p>
            <a:pPr algn="ctr"/>
            <a:r>
              <a:rPr lang="en-US" sz="1200" dirty="0"/>
              <a:t>CS Associate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088C5A8-55AA-4B5A-CC99-7E271502D03E}"/>
              </a:ext>
            </a:extLst>
          </p:cNvPr>
          <p:cNvSpPr/>
          <p:nvPr/>
        </p:nvSpPr>
        <p:spPr>
          <a:xfrm>
            <a:off x="7733891" y="4573556"/>
            <a:ext cx="1638143" cy="56261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Myrto LÄƒng</a:t>
            </a:r>
          </a:p>
          <a:p>
            <a:pPr algn="ctr"/>
            <a:r>
              <a:rPr lang="en-US" sz="1200" dirty="0"/>
              <a:t>Enterprise CSM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F7BE909-F24C-49C3-9459-77AC876800B6}"/>
              </a:ext>
            </a:extLst>
          </p:cNvPr>
          <p:cNvSpPr/>
          <p:nvPr/>
        </p:nvSpPr>
        <p:spPr>
          <a:xfrm>
            <a:off x="3325054" y="3830779"/>
            <a:ext cx="1670617" cy="56261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Lulwa Malan</a:t>
            </a:r>
          </a:p>
          <a:p>
            <a:pPr algn="ctr"/>
            <a:r>
              <a:rPr lang="en-US" sz="1200" dirty="0"/>
              <a:t>Enterprise CSM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C855952-EB40-60AD-F4CA-045C6B244D6C}"/>
              </a:ext>
            </a:extLst>
          </p:cNvPr>
          <p:cNvSpPr/>
          <p:nvPr/>
        </p:nvSpPr>
        <p:spPr>
          <a:xfrm>
            <a:off x="3325054" y="4577283"/>
            <a:ext cx="1670617" cy="56261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Martine PintÃ©r</a:t>
            </a:r>
          </a:p>
          <a:p>
            <a:pPr algn="ctr"/>
            <a:r>
              <a:rPr lang="pt-BR" sz="1200" dirty="0"/>
              <a:t>Senior CSM</a:t>
            </a:r>
            <a:endParaRPr lang="en-US" sz="12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0E6097A-A1E9-3A7A-11AD-219C93BA9706}"/>
              </a:ext>
            </a:extLst>
          </p:cNvPr>
          <p:cNvSpPr/>
          <p:nvPr/>
        </p:nvSpPr>
        <p:spPr>
          <a:xfrm>
            <a:off x="5585598" y="3834393"/>
            <a:ext cx="1638143" cy="56261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Zacchaeus Baker</a:t>
            </a:r>
          </a:p>
          <a:p>
            <a:pPr algn="ctr"/>
            <a:r>
              <a:rPr lang="pt-BR" sz="1200" dirty="0"/>
              <a:t>CS Associate</a:t>
            </a:r>
            <a:endParaRPr lang="en-US" sz="12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7ED8424-A4EA-1474-A194-77022D27555D}"/>
              </a:ext>
            </a:extLst>
          </p:cNvPr>
          <p:cNvSpPr/>
          <p:nvPr/>
        </p:nvSpPr>
        <p:spPr>
          <a:xfrm>
            <a:off x="5585598" y="4577283"/>
            <a:ext cx="1638143" cy="56261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Howard Marku</a:t>
            </a:r>
          </a:p>
          <a:p>
            <a:pPr algn="ctr"/>
            <a:r>
              <a:rPr lang="pt-BR" sz="1200" dirty="0"/>
              <a:t>CS Associate</a:t>
            </a:r>
            <a:endParaRPr lang="en-US" sz="1200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AA3E367-BFB3-F6D9-EBF6-4B3F0158A5CB}"/>
              </a:ext>
            </a:extLst>
          </p:cNvPr>
          <p:cNvSpPr/>
          <p:nvPr/>
        </p:nvSpPr>
        <p:spPr>
          <a:xfrm>
            <a:off x="5277329" y="1204269"/>
            <a:ext cx="1958537" cy="65364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Sofia Nguyen	</a:t>
            </a:r>
          </a:p>
          <a:p>
            <a:pPr algn="ctr"/>
            <a:r>
              <a:rPr lang="en-US" sz="1200" dirty="0"/>
              <a:t>VP Customer Experience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AF16853-BD95-7AFD-9145-BE5A8B5745D7}"/>
              </a:ext>
            </a:extLst>
          </p:cNvPr>
          <p:cNvSpPr/>
          <p:nvPr/>
        </p:nvSpPr>
        <p:spPr>
          <a:xfrm>
            <a:off x="1271580" y="3827052"/>
            <a:ext cx="1670617" cy="56261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Lucie Hamissou</a:t>
            </a:r>
          </a:p>
          <a:p>
            <a:pPr algn="ctr"/>
            <a:r>
              <a:rPr lang="en-US" sz="1200" dirty="0"/>
              <a:t>Senior CSM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D4A06B0-A440-BE46-B735-24F80CBDD88E}"/>
              </a:ext>
            </a:extLst>
          </p:cNvPr>
          <p:cNvSpPr/>
          <p:nvPr/>
        </p:nvSpPr>
        <p:spPr>
          <a:xfrm>
            <a:off x="1271580" y="4573556"/>
            <a:ext cx="1670617" cy="562613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Rongo DarsiÃ¨res</a:t>
            </a:r>
          </a:p>
          <a:p>
            <a:pPr algn="ctr"/>
            <a:r>
              <a:rPr lang="pt-BR" sz="1200" dirty="0"/>
              <a:t>CS Associate</a:t>
            </a:r>
            <a:endParaRPr lang="en-US" sz="1200" dirty="0"/>
          </a:p>
        </p:txBody>
      </p: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8820409C-16D3-06C8-AEAC-D852A9406114}"/>
              </a:ext>
            </a:extLst>
          </p:cNvPr>
          <p:cNvCxnSpPr>
            <a:cxnSpLocks/>
            <a:stCxn id="8" idx="0"/>
            <a:endCxn id="29" idx="2"/>
          </p:cNvCxnSpPr>
          <p:nvPr/>
        </p:nvCxnSpPr>
        <p:spPr>
          <a:xfrm rot="16200000" flipV="1">
            <a:off x="7115736" y="1805149"/>
            <a:ext cx="423475" cy="2141751"/>
          </a:xfrm>
          <a:prstGeom prst="bentConnector3">
            <a:avLst>
              <a:gd name="adj1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0BDEB1C-AB59-AC77-46BE-1C9F1EDD75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3504494"/>
              </p:ext>
            </p:extLst>
          </p:nvPr>
        </p:nvGraphicFramePr>
        <p:xfrm>
          <a:off x="5316074" y="6113181"/>
          <a:ext cx="628344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3965">
                  <a:extLst>
                    <a:ext uri="{9D8B030D-6E8A-4147-A177-3AD203B41FA5}">
                      <a16:colId xmlns:a16="http://schemas.microsoft.com/office/drawing/2014/main" val="2536998529"/>
                    </a:ext>
                  </a:extLst>
                </a:gridCol>
                <a:gridCol w="1408190">
                  <a:extLst>
                    <a:ext uri="{9D8B030D-6E8A-4147-A177-3AD203B41FA5}">
                      <a16:colId xmlns:a16="http://schemas.microsoft.com/office/drawing/2014/main" val="528772535"/>
                    </a:ext>
                  </a:extLst>
                </a:gridCol>
                <a:gridCol w="1345353">
                  <a:extLst>
                    <a:ext uri="{9D8B030D-6E8A-4147-A177-3AD203B41FA5}">
                      <a16:colId xmlns:a16="http://schemas.microsoft.com/office/drawing/2014/main" val="1558489713"/>
                    </a:ext>
                  </a:extLst>
                </a:gridCol>
                <a:gridCol w="1736507">
                  <a:extLst>
                    <a:ext uri="{9D8B030D-6E8A-4147-A177-3AD203B41FA5}">
                      <a16:colId xmlns:a16="http://schemas.microsoft.com/office/drawing/2014/main" val="354715894"/>
                    </a:ext>
                  </a:extLst>
                </a:gridCol>
                <a:gridCol w="1109434">
                  <a:extLst>
                    <a:ext uri="{9D8B030D-6E8A-4147-A177-3AD203B41FA5}">
                      <a16:colId xmlns:a16="http://schemas.microsoft.com/office/drawing/2014/main" val="124407577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Key: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Retained Role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Realigned Role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Eliminated Role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/>
                        <a:t>New Role</a:t>
                      </a:r>
                    </a:p>
                  </a:txBody>
                  <a:tcP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896524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ABA97F10-E331-DC49-4499-0CB2F48D4064}"/>
              </a:ext>
            </a:extLst>
          </p:cNvPr>
          <p:cNvSpPr txBox="1"/>
          <p:nvPr/>
        </p:nvSpPr>
        <p:spPr>
          <a:xfrm>
            <a:off x="5277329" y="6492875"/>
            <a:ext cx="209550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rgbClr val="FF0000"/>
                </a:solidFill>
              </a:rPr>
              <a:t>Confidential</a:t>
            </a:r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CC5BDC18-25BF-B7D3-E7AA-6830B2A2C969}"/>
              </a:ext>
            </a:extLst>
          </p:cNvPr>
          <p:cNvCxnSpPr>
            <a:cxnSpLocks/>
            <a:stCxn id="38" idx="2"/>
            <a:endCxn id="35" idx="1"/>
          </p:cNvCxnSpPr>
          <p:nvPr/>
        </p:nvCxnSpPr>
        <p:spPr>
          <a:xfrm rot="5400000">
            <a:off x="1404784" y="3517171"/>
            <a:ext cx="457984" cy="724392"/>
          </a:xfrm>
          <a:prstGeom prst="bentConnector4">
            <a:avLst>
              <a:gd name="adj1" fmla="val 19288"/>
              <a:gd name="adj2" fmla="val 13155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B20B42FF-BC09-35AD-084E-5A0BF4EE92DD}"/>
              </a:ext>
            </a:extLst>
          </p:cNvPr>
          <p:cNvCxnSpPr>
            <a:cxnSpLocks/>
            <a:stCxn id="38" idx="2"/>
            <a:endCxn id="36" idx="1"/>
          </p:cNvCxnSpPr>
          <p:nvPr/>
        </p:nvCxnSpPr>
        <p:spPr>
          <a:xfrm rot="5400000">
            <a:off x="1031532" y="3890423"/>
            <a:ext cx="1204488" cy="724392"/>
          </a:xfrm>
          <a:prstGeom prst="bentConnector4">
            <a:avLst>
              <a:gd name="adj1" fmla="val 7615"/>
              <a:gd name="adj2" fmla="val 13155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8652F58F-F36E-12D6-C465-8ACB839648E5}"/>
              </a:ext>
            </a:extLst>
          </p:cNvPr>
          <p:cNvCxnSpPr>
            <a:cxnSpLocks/>
            <a:stCxn id="44" idx="2"/>
            <a:endCxn id="15" idx="1"/>
          </p:cNvCxnSpPr>
          <p:nvPr/>
        </p:nvCxnSpPr>
        <p:spPr>
          <a:xfrm rot="5400000">
            <a:off x="3456395" y="3519034"/>
            <a:ext cx="461711" cy="724392"/>
          </a:xfrm>
          <a:prstGeom prst="bentConnector4">
            <a:avLst>
              <a:gd name="adj1" fmla="val 19536"/>
              <a:gd name="adj2" fmla="val 13155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: Elbow 31">
            <a:extLst>
              <a:ext uri="{FF2B5EF4-FFF2-40B4-BE49-F238E27FC236}">
                <a16:creationId xmlns:a16="http://schemas.microsoft.com/office/drawing/2014/main" id="{5B1FA593-ED95-AEFE-7150-8DD0758563A6}"/>
              </a:ext>
            </a:extLst>
          </p:cNvPr>
          <p:cNvCxnSpPr>
            <a:cxnSpLocks/>
            <a:stCxn id="7" idx="2"/>
            <a:endCxn id="19" idx="1"/>
          </p:cNvCxnSpPr>
          <p:nvPr/>
        </p:nvCxnSpPr>
        <p:spPr>
          <a:xfrm rot="5400000">
            <a:off x="5688436" y="3547538"/>
            <a:ext cx="465325" cy="670999"/>
          </a:xfrm>
          <a:prstGeom prst="bentConnector4">
            <a:avLst>
              <a:gd name="adj1" fmla="val 19773"/>
              <a:gd name="adj2" fmla="val 134069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id="{1CE11A90-3395-9222-62F8-4AEE7AEBF44B}"/>
              </a:ext>
            </a:extLst>
          </p:cNvPr>
          <p:cNvCxnSpPr>
            <a:cxnSpLocks/>
            <a:stCxn id="7" idx="2"/>
            <a:endCxn id="20" idx="1"/>
          </p:cNvCxnSpPr>
          <p:nvPr/>
        </p:nvCxnSpPr>
        <p:spPr>
          <a:xfrm rot="5400000">
            <a:off x="5316991" y="3918983"/>
            <a:ext cx="1208215" cy="670999"/>
          </a:xfrm>
          <a:prstGeom prst="bentConnector4">
            <a:avLst>
              <a:gd name="adj1" fmla="val 7746"/>
              <a:gd name="adj2" fmla="val 134069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5F1568BB-400A-0AA6-4C63-B6C831CB496A}"/>
              </a:ext>
            </a:extLst>
          </p:cNvPr>
          <p:cNvCxnSpPr>
            <a:cxnSpLocks/>
            <a:stCxn id="8" idx="2"/>
            <a:endCxn id="12" idx="1"/>
          </p:cNvCxnSpPr>
          <p:nvPr/>
        </p:nvCxnSpPr>
        <p:spPr>
          <a:xfrm rot="5400000">
            <a:off x="7835325" y="3548942"/>
            <a:ext cx="461591" cy="664457"/>
          </a:xfrm>
          <a:prstGeom prst="bentConnector4">
            <a:avLst>
              <a:gd name="adj1" fmla="val 19529"/>
              <a:gd name="adj2" fmla="val 134404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id="{3F081996-5627-F285-B136-88B191C5AA64}"/>
              </a:ext>
            </a:extLst>
          </p:cNvPr>
          <p:cNvCxnSpPr>
            <a:cxnSpLocks/>
            <a:stCxn id="8" idx="2"/>
            <a:endCxn id="14" idx="1"/>
          </p:cNvCxnSpPr>
          <p:nvPr/>
        </p:nvCxnSpPr>
        <p:spPr>
          <a:xfrm rot="5400000">
            <a:off x="7463876" y="3920391"/>
            <a:ext cx="1204488" cy="664457"/>
          </a:xfrm>
          <a:prstGeom prst="bentConnector4">
            <a:avLst>
              <a:gd name="adj1" fmla="val 7615"/>
              <a:gd name="adj2" fmla="val 134404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0C38EA5D-829C-8D09-C39E-7CF725024BDA}"/>
              </a:ext>
            </a:extLst>
          </p:cNvPr>
          <p:cNvCxnSpPr>
            <a:cxnSpLocks/>
            <a:stCxn id="14" idx="1"/>
            <a:endCxn id="64" idx="1"/>
          </p:cNvCxnSpPr>
          <p:nvPr/>
        </p:nvCxnSpPr>
        <p:spPr>
          <a:xfrm rot="10800000" flipH="1" flipV="1">
            <a:off x="7733890" y="4854862"/>
            <a:ext cx="1539" cy="742897"/>
          </a:xfrm>
          <a:prstGeom prst="bentConnector3">
            <a:avLst>
              <a:gd name="adj1" fmla="val -14853801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8A527BCE-1B87-9BB3-31F7-7FA77087D3ED}"/>
              </a:ext>
            </a:extLst>
          </p:cNvPr>
          <p:cNvCxnSpPr>
            <a:cxnSpLocks/>
            <a:stCxn id="44" idx="2"/>
            <a:endCxn id="16" idx="1"/>
          </p:cNvCxnSpPr>
          <p:nvPr/>
        </p:nvCxnSpPr>
        <p:spPr>
          <a:xfrm rot="5400000">
            <a:off x="3083143" y="3892286"/>
            <a:ext cx="1208215" cy="724392"/>
          </a:xfrm>
          <a:prstGeom prst="bentConnector4">
            <a:avLst>
              <a:gd name="adj1" fmla="val 7746"/>
              <a:gd name="adj2" fmla="val 131557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3" name="Table 62">
            <a:extLst>
              <a:ext uri="{FF2B5EF4-FFF2-40B4-BE49-F238E27FC236}">
                <a16:creationId xmlns:a16="http://schemas.microsoft.com/office/drawing/2014/main" id="{8DFC1D65-D666-AA5E-E373-899DC53D23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6684319"/>
              </p:ext>
            </p:extLst>
          </p:nvPr>
        </p:nvGraphicFramePr>
        <p:xfrm>
          <a:off x="369149" y="1204269"/>
          <a:ext cx="392281" cy="49172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281">
                  <a:extLst>
                    <a:ext uri="{9D8B030D-6E8A-4147-A177-3AD203B41FA5}">
                      <a16:colId xmlns:a16="http://schemas.microsoft.com/office/drawing/2014/main" val="4053291332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L2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33807227"/>
                  </a:ext>
                </a:extLst>
              </a:tr>
              <a:tr h="832206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L3</a:t>
                      </a:r>
                      <a:endParaRPr lang="en-US" b="0" dirty="0"/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6123346"/>
                  </a:ext>
                </a:extLst>
              </a:tr>
              <a:tr h="976045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L4</a:t>
                      </a:r>
                      <a:endParaRPr lang="en-US" b="0" dirty="0"/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7636646"/>
                  </a:ext>
                </a:extLst>
              </a:tr>
              <a:tr h="2377440">
                <a:tc>
                  <a:txBody>
                    <a:bodyPr/>
                    <a:lstStyle/>
                    <a:p>
                      <a:pPr algn="ctr"/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L5</a:t>
                      </a:r>
                      <a:endParaRPr lang="en-US" b="0" dirty="0"/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7439783"/>
                  </a:ext>
                </a:extLst>
              </a:tr>
            </a:tbl>
          </a:graphicData>
        </a:graphic>
      </p:graphicFrame>
      <p:sp>
        <p:nvSpPr>
          <p:cNvPr id="64" name="Rectangle 63">
            <a:extLst>
              <a:ext uri="{FF2B5EF4-FFF2-40B4-BE49-F238E27FC236}">
                <a16:creationId xmlns:a16="http://schemas.microsoft.com/office/drawing/2014/main" id="{63EE3765-CDF7-8C14-6B90-E94647082ED3}"/>
              </a:ext>
            </a:extLst>
          </p:cNvPr>
          <p:cNvSpPr/>
          <p:nvPr/>
        </p:nvSpPr>
        <p:spPr>
          <a:xfrm>
            <a:off x="7735430" y="5316453"/>
            <a:ext cx="1892450" cy="56261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Raymond RedÅ¾epagiÄ‡</a:t>
            </a:r>
          </a:p>
          <a:p>
            <a:pPr algn="ctr"/>
            <a:r>
              <a:rPr lang="en-US" sz="1200" dirty="0"/>
              <a:t>Implementation Specialist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682F47CA-3299-D619-E972-59CAEB3F05A8}"/>
              </a:ext>
            </a:extLst>
          </p:cNvPr>
          <p:cNvSpPr/>
          <p:nvPr/>
        </p:nvSpPr>
        <p:spPr>
          <a:xfrm>
            <a:off x="1281064" y="5345619"/>
            <a:ext cx="1659593" cy="56261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TBD</a:t>
            </a:r>
          </a:p>
          <a:p>
            <a:pPr algn="ctr"/>
            <a:r>
              <a:rPr lang="en-US" sz="1200" dirty="0"/>
              <a:t>CS Associate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8CF1E676-E27D-5061-F79C-5CF0947AFA83}"/>
              </a:ext>
            </a:extLst>
          </p:cNvPr>
          <p:cNvSpPr/>
          <p:nvPr/>
        </p:nvSpPr>
        <p:spPr>
          <a:xfrm>
            <a:off x="3296487" y="5345618"/>
            <a:ext cx="1659593" cy="56261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TBD</a:t>
            </a:r>
          </a:p>
          <a:p>
            <a:pPr algn="ctr"/>
            <a:r>
              <a:rPr lang="en-US" sz="1200" dirty="0"/>
              <a:t>CS Associate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B8A7C7ED-8491-A66E-0C88-62DA1F924040}"/>
              </a:ext>
            </a:extLst>
          </p:cNvPr>
          <p:cNvSpPr/>
          <p:nvPr/>
        </p:nvSpPr>
        <p:spPr>
          <a:xfrm>
            <a:off x="5607494" y="5323679"/>
            <a:ext cx="1616248" cy="562613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TBD</a:t>
            </a:r>
          </a:p>
          <a:p>
            <a:pPr algn="ctr"/>
            <a:r>
              <a:rPr lang="en-US" sz="1200" dirty="0"/>
              <a:t>CS Associate</a:t>
            </a:r>
          </a:p>
        </p:txBody>
      </p:sp>
      <p:cxnSp>
        <p:nvCxnSpPr>
          <p:cNvPr id="71" name="Connector: Elbow 70">
            <a:extLst>
              <a:ext uri="{FF2B5EF4-FFF2-40B4-BE49-F238E27FC236}">
                <a16:creationId xmlns:a16="http://schemas.microsoft.com/office/drawing/2014/main" id="{CFF1B63A-FE01-D06B-7919-08928B6750A2}"/>
              </a:ext>
            </a:extLst>
          </p:cNvPr>
          <p:cNvCxnSpPr>
            <a:cxnSpLocks/>
            <a:stCxn id="36" idx="1"/>
            <a:endCxn id="68" idx="1"/>
          </p:cNvCxnSpPr>
          <p:nvPr/>
        </p:nvCxnSpPr>
        <p:spPr>
          <a:xfrm rot="10800000" flipH="1" flipV="1">
            <a:off x="1271580" y="4854862"/>
            <a:ext cx="9484" cy="772063"/>
          </a:xfrm>
          <a:prstGeom prst="bentConnector3">
            <a:avLst>
              <a:gd name="adj1" fmla="val -2410375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1CE8B0FC-3658-CA51-2C82-3E174638DC71}"/>
              </a:ext>
            </a:extLst>
          </p:cNvPr>
          <p:cNvCxnSpPr>
            <a:cxnSpLocks/>
            <a:stCxn id="16" idx="1"/>
            <a:endCxn id="69" idx="1"/>
          </p:cNvCxnSpPr>
          <p:nvPr/>
        </p:nvCxnSpPr>
        <p:spPr>
          <a:xfrm rot="10800000" flipV="1">
            <a:off x="3296488" y="4858589"/>
            <a:ext cx="28567" cy="768335"/>
          </a:xfrm>
          <a:prstGeom prst="bentConnector3">
            <a:avLst>
              <a:gd name="adj1" fmla="val 79233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: Elbow 78">
            <a:extLst>
              <a:ext uri="{FF2B5EF4-FFF2-40B4-BE49-F238E27FC236}">
                <a16:creationId xmlns:a16="http://schemas.microsoft.com/office/drawing/2014/main" id="{2A36F44F-CEE6-1A9A-FA9F-36C775DAF13F}"/>
              </a:ext>
            </a:extLst>
          </p:cNvPr>
          <p:cNvCxnSpPr>
            <a:cxnSpLocks/>
            <a:stCxn id="20" idx="1"/>
            <a:endCxn id="70" idx="1"/>
          </p:cNvCxnSpPr>
          <p:nvPr/>
        </p:nvCxnSpPr>
        <p:spPr>
          <a:xfrm rot="10800000" flipH="1" flipV="1">
            <a:off x="5585598" y="4858590"/>
            <a:ext cx="21896" cy="746396"/>
          </a:xfrm>
          <a:prstGeom prst="bentConnector3">
            <a:avLst>
              <a:gd name="adj1" fmla="val -1044026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09340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1505</TotalTime>
  <Words>379</Words>
  <Application>Microsoft Office PowerPoint</Application>
  <PresentationFormat>Widescreen</PresentationFormat>
  <Paragraphs>148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Customer Success (CS) Department Future State Organization</vt:lpstr>
      <vt:lpstr>Customer Success – New Divisions</vt:lpstr>
      <vt:lpstr>CS Public Sector Solutions - Effective Immediately</vt:lpstr>
      <vt:lpstr>CS Industry Solutions Division – Effective Immediately</vt:lpstr>
      <vt:lpstr>Customer Success – Future Org</vt:lpstr>
      <vt:lpstr>CS Public Sector Solutions Division Future State Org (1 of 2)</vt:lpstr>
      <vt:lpstr>CS Industry Solutions Division Future State Organization (2 of 2)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 Linn</dc:creator>
  <cp:lastModifiedBy>Chris Linn</cp:lastModifiedBy>
  <cp:revision>2</cp:revision>
  <dcterms:created xsi:type="dcterms:W3CDTF">2026-02-11T16:13:57Z</dcterms:created>
  <dcterms:modified xsi:type="dcterms:W3CDTF">2026-02-13T00:13:36Z</dcterms:modified>
</cp:coreProperties>
</file>