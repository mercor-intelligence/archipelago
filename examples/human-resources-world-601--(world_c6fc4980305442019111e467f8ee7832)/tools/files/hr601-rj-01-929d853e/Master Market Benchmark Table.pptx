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65"/>
    <p:restoredTop sz="94637"/>
  </p:normalViewPr>
  <p:slideViewPr>
    <p:cSldViewPr snapToGrid="0">
      <p:cViewPr>
        <p:scale>
          <a:sx n="140" d="100"/>
          <a:sy n="140" d="100"/>
        </p:scale>
        <p:origin x="1032" y="1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Mid-point ($)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C-Suite</c:v>
                </c:pt>
                <c:pt idx="1">
                  <c:v>VP Level</c:v>
                </c:pt>
                <c:pt idx="2">
                  <c:v>Engineering (L1)</c:v>
                </c:pt>
                <c:pt idx="3">
                  <c:v>Engineering (L2)</c:v>
                </c:pt>
                <c:pt idx="4">
                  <c:v>Engineering (L3)</c:v>
                </c:pt>
                <c:pt idx="5">
                  <c:v>Sales (L1)</c:v>
                </c:pt>
                <c:pt idx="6">
                  <c:v>Sales (L2)</c:v>
                </c:pt>
                <c:pt idx="7">
                  <c:v>Customer success</c:v>
                </c:pt>
                <c:pt idx="8">
                  <c:v>Operations</c:v>
                </c:pt>
                <c:pt idx="9">
                  <c:v>Support/G&amp;A</c:v>
                </c:pt>
              </c:strCache>
            </c:strRef>
          </c:cat>
          <c:val>
            <c:numRef>
              <c:f>Sheet1!$B$2:$B$11</c:f>
              <c:numCache>
                <c:formatCode>#,##0</c:formatCode>
                <c:ptCount val="10"/>
                <c:pt idx="0">
                  <c:v>250000</c:v>
                </c:pt>
                <c:pt idx="1">
                  <c:v>210000</c:v>
                </c:pt>
                <c:pt idx="2">
                  <c:v>190000</c:v>
                </c:pt>
                <c:pt idx="3">
                  <c:v>160000</c:v>
                </c:pt>
                <c:pt idx="4">
                  <c:v>0</c:v>
                </c:pt>
                <c:pt idx="5">
                  <c:v>150000</c:v>
                </c:pt>
                <c:pt idx="6">
                  <c:v>90000</c:v>
                </c:pt>
                <c:pt idx="7">
                  <c:v>110000</c:v>
                </c:pt>
                <c:pt idx="8">
                  <c:v>130000</c:v>
                </c:pt>
                <c:pt idx="9">
                  <c:v>90000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06-FE40-8A5C-D5696E2512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10686864"/>
        <c:axId val="310689136"/>
      </c:barChart>
      <c:catAx>
        <c:axId val="3106868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0689136"/>
        <c:crosses val="autoZero"/>
        <c:auto val="1"/>
        <c:lblAlgn val="ctr"/>
        <c:lblOffset val="100"/>
        <c:noMultiLvlLbl val="0"/>
      </c:catAx>
      <c:valAx>
        <c:axId val="3106891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Salary ($)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06868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0.49644</cdr:x>
      <cdr:y>0.40229</cdr:y>
    </cdr:from>
    <cdr:to>
      <cdr:x>0.53136</cdr:x>
      <cdr:y>0.64189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5A038739-0510-A49F-75B6-2A38FBCE0EAC}"/>
            </a:ext>
          </a:extLst>
        </cdr:cNvPr>
        <cdr:cNvSpPr/>
      </cdr:nvSpPr>
      <cdr:spPr>
        <a:xfrm xmlns:a="http://schemas.openxmlformats.org/drawingml/2006/main">
          <a:off x="4048533" y="1686290"/>
          <a:ext cx="284814" cy="1004342"/>
        </a:xfrm>
        <a:prstGeom xmlns:a="http://schemas.openxmlformats.org/drawingml/2006/main" prst="rect">
          <a:avLst/>
        </a:prstGeom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n-US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9E78F20-61E1-7C4B-44FD-AB218FDBC3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0863564"/>
              </p:ext>
            </p:extLst>
          </p:nvPr>
        </p:nvGraphicFramePr>
        <p:xfrm>
          <a:off x="446567" y="539750"/>
          <a:ext cx="8155173" cy="41917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</Words>
  <Application>Microsoft Macintosh PowerPoint</Application>
  <PresentationFormat>On-screen Show (16:9)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GARG Rajat</cp:lastModifiedBy>
  <cp:revision>3</cp:revision>
  <dcterms:modified xsi:type="dcterms:W3CDTF">2026-02-04T21:26:18Z</dcterms:modified>
</cp:coreProperties>
</file>