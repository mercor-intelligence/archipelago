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79FA42-07AF-47AE-91D0-A55D24032F3D}" v="69" dt="2026-02-12T16:39:50.2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94"/>
  </p:normalViewPr>
  <p:slideViewPr>
    <p:cSldViewPr snapToGrid="0">
      <p:cViewPr varScale="1">
        <p:scale>
          <a:sx n="121" d="100"/>
          <a:sy n="121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 Linn" userId="ba6e6f4d9442980f" providerId="LiveId" clId="{C5667CC9-0635-45A6-87F8-1E51AE8AC991}"/>
    <pc:docChg chg="undo redo custSel addSld delSld modSld sldOrd">
      <pc:chgData name="Chris Linn" userId="ba6e6f4d9442980f" providerId="LiveId" clId="{C5667CC9-0635-45A6-87F8-1E51AE8AC991}" dt="2026-02-12T17:24:53.149" v="481" actId="20577"/>
      <pc:docMkLst>
        <pc:docMk/>
      </pc:docMkLst>
      <pc:sldChg chg="addSp modSp mod">
        <pc:chgData name="Chris Linn" userId="ba6e6f4d9442980f" providerId="LiveId" clId="{C5667CC9-0635-45A6-87F8-1E51AE8AC991}" dt="2026-02-12T17:24:48.646" v="473" actId="20577"/>
        <pc:sldMkLst>
          <pc:docMk/>
          <pc:sldMk cId="1134888596" sldId="256"/>
        </pc:sldMkLst>
        <pc:spChg chg="mod">
          <ac:chgData name="Chris Linn" userId="ba6e6f4d9442980f" providerId="LiveId" clId="{C5667CC9-0635-45A6-87F8-1E51AE8AC991}" dt="2026-02-12T15:53:50.645" v="173" actId="207"/>
          <ac:spMkLst>
            <pc:docMk/>
            <pc:sldMk cId="1134888596" sldId="256"/>
            <ac:spMk id="23" creationId="{BA46BA78-09EB-D21F-22B5-B8A8511A8FB9}"/>
          </ac:spMkLst>
        </pc:spChg>
        <pc:spChg chg="mod">
          <ac:chgData name="Chris Linn" userId="ba6e6f4d9442980f" providerId="LiveId" clId="{C5667CC9-0635-45A6-87F8-1E51AE8AC991}" dt="2026-02-12T16:06:29.856" v="280" actId="1038"/>
          <ac:spMkLst>
            <pc:docMk/>
            <pc:sldMk cId="1134888596" sldId="256"/>
            <ac:spMk id="24" creationId="{007B7EF3-6B4F-9FBC-F378-1AEA73626A5B}"/>
          </ac:spMkLst>
        </pc:spChg>
        <pc:spChg chg="mod">
          <ac:chgData name="Chris Linn" userId="ba6e6f4d9442980f" providerId="LiveId" clId="{C5667CC9-0635-45A6-87F8-1E51AE8AC991}" dt="2026-02-12T16:06:29.856" v="280" actId="1038"/>
          <ac:spMkLst>
            <pc:docMk/>
            <pc:sldMk cId="1134888596" sldId="256"/>
            <ac:spMk id="27" creationId="{1511A6A0-FA6A-322F-2457-EADE5A2ACF0B}"/>
          </ac:spMkLst>
        </pc:spChg>
        <pc:spChg chg="mod">
          <ac:chgData name="Chris Linn" userId="ba6e6f4d9442980f" providerId="LiveId" clId="{C5667CC9-0635-45A6-87F8-1E51AE8AC991}" dt="2026-02-12T16:06:29.856" v="280" actId="1038"/>
          <ac:spMkLst>
            <pc:docMk/>
            <pc:sldMk cId="1134888596" sldId="256"/>
            <ac:spMk id="28" creationId="{2C334CD0-EFA7-F449-EBC8-04AA257B2D5C}"/>
          </ac:spMkLst>
        </pc:spChg>
        <pc:spChg chg="mod">
          <ac:chgData name="Chris Linn" userId="ba6e6f4d9442980f" providerId="LiveId" clId="{C5667CC9-0635-45A6-87F8-1E51AE8AC991}" dt="2026-02-12T16:06:29.856" v="280" actId="1038"/>
          <ac:spMkLst>
            <pc:docMk/>
            <pc:sldMk cId="1134888596" sldId="256"/>
            <ac:spMk id="29" creationId="{74BDA030-4947-56D4-D49C-DB6A4CF5135E}"/>
          </ac:spMkLst>
        </pc:spChg>
        <pc:spChg chg="mod">
          <ac:chgData name="Chris Linn" userId="ba6e6f4d9442980f" providerId="LiveId" clId="{C5667CC9-0635-45A6-87F8-1E51AE8AC991}" dt="2026-02-12T16:05:11.911" v="198" actId="207"/>
          <ac:spMkLst>
            <pc:docMk/>
            <pc:sldMk cId="1134888596" sldId="256"/>
            <ac:spMk id="30" creationId="{F3CFC425-018B-4B27-685A-FA8B3C055A0C}"/>
          </ac:spMkLst>
        </pc:spChg>
        <pc:spChg chg="mod">
          <ac:chgData name="Chris Linn" userId="ba6e6f4d9442980f" providerId="LiveId" clId="{C5667CC9-0635-45A6-87F8-1E51AE8AC991}" dt="2026-02-12T16:03:02.761" v="194" actId="207"/>
          <ac:spMkLst>
            <pc:docMk/>
            <pc:sldMk cId="1134888596" sldId="256"/>
            <ac:spMk id="31" creationId="{B160F794-B8C8-8CEE-43EA-D07342270210}"/>
          </ac:spMkLst>
        </pc:spChg>
        <pc:spChg chg="mod">
          <ac:chgData name="Chris Linn" userId="ba6e6f4d9442980f" providerId="LiveId" clId="{C5667CC9-0635-45A6-87F8-1E51AE8AC991}" dt="2026-02-12T16:06:29.856" v="280" actId="1038"/>
          <ac:spMkLst>
            <pc:docMk/>
            <pc:sldMk cId="1134888596" sldId="256"/>
            <ac:spMk id="37" creationId="{CD8E81E9-5BCE-0888-9EC7-796E5970D73F}"/>
          </ac:spMkLst>
        </pc:spChg>
        <pc:spChg chg="mod">
          <ac:chgData name="Chris Linn" userId="ba6e6f4d9442980f" providerId="LiveId" clId="{C5667CC9-0635-45A6-87F8-1E51AE8AC991}" dt="2026-02-12T16:05:11.911" v="198" actId="207"/>
          <ac:spMkLst>
            <pc:docMk/>
            <pc:sldMk cId="1134888596" sldId="256"/>
            <ac:spMk id="38" creationId="{9B42397D-4F4E-71C4-23EB-FFEFB82E991D}"/>
          </ac:spMkLst>
        </pc:spChg>
        <pc:spChg chg="mod">
          <ac:chgData name="Chris Linn" userId="ba6e6f4d9442980f" providerId="LiveId" clId="{C5667CC9-0635-45A6-87F8-1E51AE8AC991}" dt="2026-02-12T16:06:29.856" v="280" actId="1038"/>
          <ac:spMkLst>
            <pc:docMk/>
            <pc:sldMk cId="1134888596" sldId="256"/>
            <ac:spMk id="39" creationId="{B1CF78A9-9BD8-6724-10A4-B8ED35A8AC1C}"/>
          </ac:spMkLst>
        </pc:spChg>
        <pc:spChg chg="mod">
          <ac:chgData name="Chris Linn" userId="ba6e6f4d9442980f" providerId="LiveId" clId="{C5667CC9-0635-45A6-87F8-1E51AE8AC991}" dt="2026-02-12T16:06:29.856" v="280" actId="1038"/>
          <ac:spMkLst>
            <pc:docMk/>
            <pc:sldMk cId="1134888596" sldId="256"/>
            <ac:spMk id="40" creationId="{AACA59E4-05E7-F103-930D-07632174CD3C}"/>
          </ac:spMkLst>
        </pc:spChg>
        <pc:spChg chg="mod">
          <ac:chgData name="Chris Linn" userId="ba6e6f4d9442980f" providerId="LiveId" clId="{C5667CC9-0635-45A6-87F8-1E51AE8AC991}" dt="2026-02-12T16:06:29.856" v="280" actId="1038"/>
          <ac:spMkLst>
            <pc:docMk/>
            <pc:sldMk cId="1134888596" sldId="256"/>
            <ac:spMk id="41" creationId="{F90524A8-E4E5-B3F4-B629-93E57A2E4AAC}"/>
          </ac:spMkLst>
        </pc:spChg>
        <pc:spChg chg="mod">
          <ac:chgData name="Chris Linn" userId="ba6e6f4d9442980f" providerId="LiveId" clId="{C5667CC9-0635-45A6-87F8-1E51AE8AC991}" dt="2026-02-12T16:05:11.911" v="198" actId="207"/>
          <ac:spMkLst>
            <pc:docMk/>
            <pc:sldMk cId="1134888596" sldId="256"/>
            <ac:spMk id="42" creationId="{C15A7D1A-58F5-9DCA-995B-1DECF0B24FBC}"/>
          </ac:spMkLst>
        </pc:spChg>
        <pc:spChg chg="mod">
          <ac:chgData name="Chris Linn" userId="ba6e6f4d9442980f" providerId="LiveId" clId="{C5667CC9-0635-45A6-87F8-1E51AE8AC991}" dt="2026-02-12T16:06:29.856" v="280" actId="1038"/>
          <ac:spMkLst>
            <pc:docMk/>
            <pc:sldMk cId="1134888596" sldId="256"/>
            <ac:spMk id="43" creationId="{9705252D-A9CA-60EB-4697-D56153201A42}"/>
          </ac:spMkLst>
        </pc:spChg>
        <pc:spChg chg="mod">
          <ac:chgData name="Chris Linn" userId="ba6e6f4d9442980f" providerId="LiveId" clId="{C5667CC9-0635-45A6-87F8-1E51AE8AC991}" dt="2026-02-12T16:05:11.911" v="198" actId="207"/>
          <ac:spMkLst>
            <pc:docMk/>
            <pc:sldMk cId="1134888596" sldId="256"/>
            <ac:spMk id="44" creationId="{8455E4CD-6331-421D-8036-9ECD223E612E}"/>
          </ac:spMkLst>
        </pc:spChg>
        <pc:spChg chg="mod">
          <ac:chgData name="Chris Linn" userId="ba6e6f4d9442980f" providerId="LiveId" clId="{C5667CC9-0635-45A6-87F8-1E51AE8AC991}" dt="2026-02-12T16:06:29.856" v="280" actId="1038"/>
          <ac:spMkLst>
            <pc:docMk/>
            <pc:sldMk cId="1134888596" sldId="256"/>
            <ac:spMk id="45" creationId="{D9FF1DBC-A0CC-4E36-665A-7BB004BFCBA9}"/>
          </ac:spMkLst>
        </pc:spChg>
        <pc:spChg chg="mod">
          <ac:chgData name="Chris Linn" userId="ba6e6f4d9442980f" providerId="LiveId" clId="{C5667CC9-0635-45A6-87F8-1E51AE8AC991}" dt="2026-02-12T17:24:48.646" v="473" actId="20577"/>
          <ac:spMkLst>
            <pc:docMk/>
            <pc:sldMk cId="1134888596" sldId="256"/>
            <ac:spMk id="46" creationId="{5FC166F2-77CD-4F88-3CA1-C3CCC783C539}"/>
          </ac:spMkLst>
        </pc:spChg>
        <pc:graphicFrameChg chg="add mod modGraphic">
          <ac:chgData name="Chris Linn" userId="ba6e6f4d9442980f" providerId="LiveId" clId="{C5667CC9-0635-45A6-87F8-1E51AE8AC991}" dt="2026-02-12T16:09:42.085" v="381" actId="14100"/>
          <ac:graphicFrameMkLst>
            <pc:docMk/>
            <pc:sldMk cId="1134888596" sldId="256"/>
            <ac:graphicFrameMk id="4" creationId="{1452ACAB-3410-FCB1-6E07-72B9F1A35DC1}"/>
          </ac:graphicFrameMkLst>
        </pc:graphicFrameChg>
      </pc:sldChg>
      <pc:sldChg chg="addSp modSp mod">
        <pc:chgData name="Chris Linn" userId="ba6e6f4d9442980f" providerId="LiveId" clId="{C5667CC9-0635-45A6-87F8-1E51AE8AC991}" dt="2026-02-12T17:24:53.149" v="481" actId="20577"/>
        <pc:sldMkLst>
          <pc:docMk/>
          <pc:sldMk cId="2978032313" sldId="257"/>
        </pc:sldMkLst>
        <pc:spChg chg="mod">
          <ac:chgData name="Chris Linn" userId="ba6e6f4d9442980f" providerId="LiveId" clId="{C5667CC9-0635-45A6-87F8-1E51AE8AC991}" dt="2026-02-12T15:57:06.680" v="189" actId="207"/>
          <ac:spMkLst>
            <pc:docMk/>
            <pc:sldMk cId="2978032313" sldId="257"/>
            <ac:spMk id="4" creationId="{D39B98FC-EB8C-5F22-37B0-C7B94E83ADA9}"/>
          </ac:spMkLst>
        </pc:spChg>
        <pc:spChg chg="mod">
          <ac:chgData name="Chris Linn" userId="ba6e6f4d9442980f" providerId="LiveId" clId="{C5667CC9-0635-45A6-87F8-1E51AE8AC991}" dt="2026-02-12T15:57:06.680" v="189" actId="207"/>
          <ac:spMkLst>
            <pc:docMk/>
            <pc:sldMk cId="2978032313" sldId="257"/>
            <ac:spMk id="5" creationId="{5B811749-BEF2-259D-E7FC-CC910B9E21B3}"/>
          </ac:spMkLst>
        </pc:spChg>
        <pc:spChg chg="mod">
          <ac:chgData name="Chris Linn" userId="ba6e6f4d9442980f" providerId="LiveId" clId="{C5667CC9-0635-45A6-87F8-1E51AE8AC991}" dt="2026-02-12T15:57:06.680" v="189" actId="207"/>
          <ac:spMkLst>
            <pc:docMk/>
            <pc:sldMk cId="2978032313" sldId="257"/>
            <ac:spMk id="6" creationId="{D96D8B72-AEA3-915F-1AF8-970D49D7F704}"/>
          </ac:spMkLst>
        </pc:spChg>
        <pc:spChg chg="mod">
          <ac:chgData name="Chris Linn" userId="ba6e6f4d9442980f" providerId="LiveId" clId="{C5667CC9-0635-45A6-87F8-1E51AE8AC991}" dt="2026-02-12T15:57:06.680" v="189" actId="207"/>
          <ac:spMkLst>
            <pc:docMk/>
            <pc:sldMk cId="2978032313" sldId="257"/>
            <ac:spMk id="7" creationId="{66377233-4366-A494-7B73-0E68F07E7584}"/>
          </ac:spMkLst>
        </pc:spChg>
        <pc:spChg chg="mod">
          <ac:chgData name="Chris Linn" userId="ba6e6f4d9442980f" providerId="LiveId" clId="{C5667CC9-0635-45A6-87F8-1E51AE8AC991}" dt="2026-02-12T16:04:39.275" v="197" actId="207"/>
          <ac:spMkLst>
            <pc:docMk/>
            <pc:sldMk cId="2978032313" sldId="257"/>
            <ac:spMk id="8" creationId="{25A4E776-D9C1-D6BB-E962-6B245BE44E2D}"/>
          </ac:spMkLst>
        </pc:spChg>
        <pc:spChg chg="mod">
          <ac:chgData name="Chris Linn" userId="ba6e6f4d9442980f" providerId="LiveId" clId="{C5667CC9-0635-45A6-87F8-1E51AE8AC991}" dt="2026-02-12T16:03:49.465" v="196" actId="207"/>
          <ac:spMkLst>
            <pc:docMk/>
            <pc:sldMk cId="2978032313" sldId="257"/>
            <ac:spMk id="9" creationId="{8B161C34-DCA1-61C7-9707-B417650C0CA3}"/>
          </ac:spMkLst>
        </pc:spChg>
        <pc:spChg chg="mod">
          <ac:chgData name="Chris Linn" userId="ba6e6f4d9442980f" providerId="LiveId" clId="{C5667CC9-0635-45A6-87F8-1E51AE8AC991}" dt="2026-02-12T16:31:10.817" v="417" actId="207"/>
          <ac:spMkLst>
            <pc:docMk/>
            <pc:sldMk cId="2978032313" sldId="257"/>
            <ac:spMk id="10" creationId="{15E5F1FA-1091-7503-0C4F-116860003DB6}"/>
          </ac:spMkLst>
        </pc:spChg>
        <pc:spChg chg="mod">
          <ac:chgData name="Chris Linn" userId="ba6e6f4d9442980f" providerId="LiveId" clId="{C5667CC9-0635-45A6-87F8-1E51AE8AC991}" dt="2026-02-12T17:24:53.149" v="481" actId="20577"/>
          <ac:spMkLst>
            <pc:docMk/>
            <pc:sldMk cId="2978032313" sldId="257"/>
            <ac:spMk id="11" creationId="{58EE964A-D38F-049F-A271-62CAEEC96BAA}"/>
          </ac:spMkLst>
        </pc:spChg>
        <pc:spChg chg="mod">
          <ac:chgData name="Chris Linn" userId="ba6e6f4d9442980f" providerId="LiveId" clId="{C5667CC9-0635-45A6-87F8-1E51AE8AC991}" dt="2026-02-12T16:03:49.465" v="196" actId="207"/>
          <ac:spMkLst>
            <pc:docMk/>
            <pc:sldMk cId="2978032313" sldId="257"/>
            <ac:spMk id="25" creationId="{F9CE1F0D-E5BF-4B31-0FD2-EBA29A3970D3}"/>
          </ac:spMkLst>
        </pc:spChg>
        <pc:spChg chg="mod">
          <ac:chgData name="Chris Linn" userId="ba6e6f4d9442980f" providerId="LiveId" clId="{C5667CC9-0635-45A6-87F8-1E51AE8AC991}" dt="2026-02-12T16:01:55.771" v="193" actId="207"/>
          <ac:spMkLst>
            <pc:docMk/>
            <pc:sldMk cId="2978032313" sldId="257"/>
            <ac:spMk id="32" creationId="{B490ABC6-9966-B920-AA90-FE94830AFCEF}"/>
          </ac:spMkLst>
        </pc:spChg>
        <pc:spChg chg="mod">
          <ac:chgData name="Chris Linn" userId="ba6e6f4d9442980f" providerId="LiveId" clId="{C5667CC9-0635-45A6-87F8-1E51AE8AC991}" dt="2026-02-12T16:01:55.771" v="193" actId="207"/>
          <ac:spMkLst>
            <pc:docMk/>
            <pc:sldMk cId="2978032313" sldId="257"/>
            <ac:spMk id="33" creationId="{1917871F-2D2E-1D11-1AEF-E263AFE77173}"/>
          </ac:spMkLst>
        </pc:spChg>
        <pc:spChg chg="mod">
          <ac:chgData name="Chris Linn" userId="ba6e6f4d9442980f" providerId="LiveId" clId="{C5667CC9-0635-45A6-87F8-1E51AE8AC991}" dt="2026-02-12T16:01:55.771" v="193" actId="207"/>
          <ac:spMkLst>
            <pc:docMk/>
            <pc:sldMk cId="2978032313" sldId="257"/>
            <ac:spMk id="34" creationId="{DF22DC3F-D6FF-EF92-48FB-56E2CBCE41B4}"/>
          </ac:spMkLst>
        </pc:spChg>
        <pc:spChg chg="mod">
          <ac:chgData name="Chris Linn" userId="ba6e6f4d9442980f" providerId="LiveId" clId="{C5667CC9-0635-45A6-87F8-1E51AE8AC991}" dt="2026-02-12T16:01:55.771" v="193" actId="207"/>
          <ac:spMkLst>
            <pc:docMk/>
            <pc:sldMk cId="2978032313" sldId="257"/>
            <ac:spMk id="35" creationId="{FB6E16AE-E0F9-15DA-664F-45B7AEA9B00A}"/>
          </ac:spMkLst>
        </pc:spChg>
        <pc:spChg chg="mod">
          <ac:chgData name="Chris Linn" userId="ba6e6f4d9442980f" providerId="LiveId" clId="{C5667CC9-0635-45A6-87F8-1E51AE8AC991}" dt="2026-02-12T16:01:55.771" v="193" actId="207"/>
          <ac:spMkLst>
            <pc:docMk/>
            <pc:sldMk cId="2978032313" sldId="257"/>
            <ac:spMk id="36" creationId="{8C429C5D-B1B9-1372-360E-1B4698DE0771}"/>
          </ac:spMkLst>
        </pc:spChg>
        <pc:graphicFrameChg chg="add mod modGraphic">
          <ac:chgData name="Chris Linn" userId="ba6e6f4d9442980f" providerId="LiveId" clId="{C5667CC9-0635-45A6-87F8-1E51AE8AC991}" dt="2026-02-12T16:10:42.785" v="413" actId="14100"/>
          <ac:graphicFrameMkLst>
            <pc:docMk/>
            <pc:sldMk cId="2978032313" sldId="257"/>
            <ac:graphicFrameMk id="2" creationId="{29026C71-5AE1-4ED7-275D-97D90BFE1573}"/>
          </ac:graphicFrameMkLst>
        </pc:graphicFrameChg>
      </pc:sldChg>
      <pc:sldChg chg="addSp new del mod ord">
        <pc:chgData name="Chris Linn" userId="ba6e6f4d9442980f" providerId="LiveId" clId="{C5667CC9-0635-45A6-87F8-1E51AE8AC991}" dt="2026-02-12T16:15:33.923" v="416" actId="47"/>
        <pc:sldMkLst>
          <pc:docMk/>
          <pc:sldMk cId="3862921454" sldId="258"/>
        </pc:sldMkLst>
        <pc:picChg chg="add">
          <ac:chgData name="Chris Linn" userId="ba6e6f4d9442980f" providerId="LiveId" clId="{C5667CC9-0635-45A6-87F8-1E51AE8AC991}" dt="2026-02-12T14:58:04.578" v="58" actId="22"/>
          <ac:picMkLst>
            <pc:docMk/>
            <pc:sldMk cId="3862921454" sldId="258"/>
            <ac:picMk id="3" creationId="{D598B784-4A2E-705F-4EB0-1A8219C71F5E}"/>
          </ac:picMkLst>
        </pc:picChg>
      </pc:sldChg>
      <pc:sldChg chg="addSp delSp modSp new mod ord">
        <pc:chgData name="Chris Linn" userId="ba6e6f4d9442980f" providerId="LiveId" clId="{C5667CC9-0635-45A6-87F8-1E51AE8AC991}" dt="2026-02-12T16:40:00.440" v="465" actId="20577"/>
        <pc:sldMkLst>
          <pc:docMk/>
          <pc:sldMk cId="4160416788" sldId="259"/>
        </pc:sldMkLst>
        <pc:spChg chg="add mod">
          <ac:chgData name="Chris Linn" userId="ba6e6f4d9442980f" providerId="LiveId" clId="{C5667CC9-0635-45A6-87F8-1E51AE8AC991}" dt="2026-02-12T16:40:00.440" v="465" actId="20577"/>
          <ac:spMkLst>
            <pc:docMk/>
            <pc:sldMk cId="4160416788" sldId="259"/>
            <ac:spMk id="2" creationId="{ED77DE6F-D4CF-38A2-8F9E-47A56C28BD1A}"/>
          </ac:spMkLst>
        </pc:spChg>
        <pc:spChg chg="add del">
          <ac:chgData name="Chris Linn" userId="ba6e6f4d9442980f" providerId="LiveId" clId="{C5667CC9-0635-45A6-87F8-1E51AE8AC991}" dt="2026-02-12T15:49:29.260" v="107" actId="22"/>
          <ac:spMkLst>
            <pc:docMk/>
            <pc:sldMk cId="4160416788" sldId="259"/>
            <ac:spMk id="3" creationId="{6385C4D3-6A8F-A8D4-36FD-249A9B5E7DDA}"/>
          </ac:spMkLst>
        </pc:spChg>
        <pc:spChg chg="add del mod">
          <ac:chgData name="Chris Linn" userId="ba6e6f4d9442980f" providerId="LiveId" clId="{C5667CC9-0635-45A6-87F8-1E51AE8AC991}" dt="2026-02-12T15:49:48.779" v="111" actId="478"/>
          <ac:spMkLst>
            <pc:docMk/>
            <pc:sldMk cId="4160416788" sldId="259"/>
            <ac:spMk id="5" creationId="{E230C083-C144-EDE0-0657-D9D6E8BC9042}"/>
          </ac:spMkLst>
        </pc:spChg>
        <pc:spChg chg="add del mod">
          <ac:chgData name="Chris Linn" userId="ba6e6f4d9442980f" providerId="LiveId" clId="{C5667CC9-0635-45A6-87F8-1E51AE8AC991}" dt="2026-02-12T15:50:14.348" v="120" actId="478"/>
          <ac:spMkLst>
            <pc:docMk/>
            <pc:sldMk cId="4160416788" sldId="259"/>
            <ac:spMk id="6" creationId="{645B1E9C-7EF9-16F1-FC2F-BA383CB0A62D}"/>
          </ac:spMkLst>
        </pc:spChg>
        <pc:spChg chg="add del mod">
          <ac:chgData name="Chris Linn" userId="ba6e6f4d9442980f" providerId="LiveId" clId="{C5667CC9-0635-45A6-87F8-1E51AE8AC991}" dt="2026-02-12T15:50:14.348" v="120" actId="478"/>
          <ac:spMkLst>
            <pc:docMk/>
            <pc:sldMk cId="4160416788" sldId="259"/>
            <ac:spMk id="7" creationId="{3E0B6507-DBD6-1FA0-C044-7B773EFC5657}"/>
          </ac:spMkLst>
        </pc:spChg>
        <pc:spChg chg="add del mod">
          <ac:chgData name="Chris Linn" userId="ba6e6f4d9442980f" providerId="LiveId" clId="{C5667CC9-0635-45A6-87F8-1E51AE8AC991}" dt="2026-02-12T15:50:14.348" v="120" actId="478"/>
          <ac:spMkLst>
            <pc:docMk/>
            <pc:sldMk cId="4160416788" sldId="259"/>
            <ac:spMk id="8" creationId="{3C765670-DDFC-F9DA-374B-5CBFFA29D1FA}"/>
          </ac:spMkLst>
        </pc:spChg>
        <pc:spChg chg="add del mod">
          <ac:chgData name="Chris Linn" userId="ba6e6f4d9442980f" providerId="LiveId" clId="{C5667CC9-0635-45A6-87F8-1E51AE8AC991}" dt="2026-02-12T15:50:14.348" v="120" actId="478"/>
          <ac:spMkLst>
            <pc:docMk/>
            <pc:sldMk cId="4160416788" sldId="259"/>
            <ac:spMk id="9" creationId="{E4846F2F-BCCD-8CF5-AC0C-F452F23E9E8C}"/>
          </ac:spMkLst>
        </pc:spChg>
        <pc:spChg chg="add del mod">
          <ac:chgData name="Chris Linn" userId="ba6e6f4d9442980f" providerId="LiveId" clId="{C5667CC9-0635-45A6-87F8-1E51AE8AC991}" dt="2026-02-12T15:50:14.348" v="120" actId="478"/>
          <ac:spMkLst>
            <pc:docMk/>
            <pc:sldMk cId="4160416788" sldId="259"/>
            <ac:spMk id="10" creationId="{6B3A179B-953C-4D50-19BF-072AAD4D9D1A}"/>
          </ac:spMkLst>
        </pc:spChg>
        <pc:spChg chg="add mod">
          <ac:chgData name="Chris Linn" userId="ba6e6f4d9442980f" providerId="LiveId" clId="{C5667CC9-0635-45A6-87F8-1E51AE8AC991}" dt="2026-02-12T16:39:44.939" v="442" actId="1036"/>
          <ac:spMkLst>
            <pc:docMk/>
            <pc:sldMk cId="4160416788" sldId="259"/>
            <ac:spMk id="11" creationId="{F2CA1D8A-6165-E4AA-30B0-7FBA77C93159}"/>
          </ac:spMkLst>
        </pc:spChg>
        <pc:spChg chg="add mod">
          <ac:chgData name="Chris Linn" userId="ba6e6f4d9442980f" providerId="LiveId" clId="{C5667CC9-0635-45A6-87F8-1E51AE8AC991}" dt="2026-02-12T16:39:44.939" v="442" actId="1036"/>
          <ac:spMkLst>
            <pc:docMk/>
            <pc:sldMk cId="4160416788" sldId="259"/>
            <ac:spMk id="12" creationId="{37AAB362-2295-2199-2C4B-FCCE01B535FD}"/>
          </ac:spMkLst>
        </pc:spChg>
        <pc:spChg chg="add mod">
          <ac:chgData name="Chris Linn" userId="ba6e6f4d9442980f" providerId="LiveId" clId="{C5667CC9-0635-45A6-87F8-1E51AE8AC991}" dt="2026-02-12T16:39:44.939" v="442" actId="1036"/>
          <ac:spMkLst>
            <pc:docMk/>
            <pc:sldMk cId="4160416788" sldId="259"/>
            <ac:spMk id="13" creationId="{A22A8832-B911-29D3-8964-AF5795B48698}"/>
          </ac:spMkLst>
        </pc:spChg>
        <pc:spChg chg="add mod">
          <ac:chgData name="Chris Linn" userId="ba6e6f4d9442980f" providerId="LiveId" clId="{C5667CC9-0635-45A6-87F8-1E51AE8AC991}" dt="2026-02-12T16:39:44.939" v="442" actId="1036"/>
          <ac:spMkLst>
            <pc:docMk/>
            <pc:sldMk cId="4160416788" sldId="259"/>
            <ac:spMk id="14" creationId="{D6DDBA74-A019-ACA8-A5CF-0227610CE60E}"/>
          </ac:spMkLst>
        </pc:spChg>
        <pc:spChg chg="add mod">
          <ac:chgData name="Chris Linn" userId="ba6e6f4d9442980f" providerId="LiveId" clId="{C5667CC9-0635-45A6-87F8-1E51AE8AC991}" dt="2026-02-12T16:39:44.939" v="442" actId="1036"/>
          <ac:spMkLst>
            <pc:docMk/>
            <pc:sldMk cId="4160416788" sldId="259"/>
            <ac:spMk id="15" creationId="{205AE480-E282-A7B1-1242-DD4F4E58CA35}"/>
          </ac:spMkLst>
        </pc:spChg>
        <pc:spChg chg="add mod">
          <ac:chgData name="Chris Linn" userId="ba6e6f4d9442980f" providerId="LiveId" clId="{C5667CC9-0635-45A6-87F8-1E51AE8AC991}" dt="2026-02-12T16:39:44.939" v="442" actId="1036"/>
          <ac:spMkLst>
            <pc:docMk/>
            <pc:sldMk cId="4160416788" sldId="259"/>
            <ac:spMk id="16" creationId="{E65CA9ED-DFC1-D237-C455-E0378E56AA3A}"/>
          </ac:spMkLst>
        </pc:spChg>
        <pc:cxnChg chg="add mod">
          <ac:chgData name="Chris Linn" userId="ba6e6f4d9442980f" providerId="LiveId" clId="{C5667CC9-0635-45A6-87F8-1E51AE8AC991}" dt="2026-02-12T16:39:44.939" v="442" actId="1036"/>
          <ac:cxnSpMkLst>
            <pc:docMk/>
            <pc:sldMk cId="4160416788" sldId="259"/>
            <ac:cxnSpMk id="18" creationId="{FC5A3389-7B8D-BD98-C0FC-6E00C2694835}"/>
          </ac:cxnSpMkLst>
        </pc:cxnChg>
        <pc:cxnChg chg="add mod">
          <ac:chgData name="Chris Linn" userId="ba6e6f4d9442980f" providerId="LiveId" clId="{C5667CC9-0635-45A6-87F8-1E51AE8AC991}" dt="2026-02-12T15:55:56.884" v="188" actId="12788"/>
          <ac:cxnSpMkLst>
            <pc:docMk/>
            <pc:sldMk cId="4160416788" sldId="259"/>
            <ac:cxnSpMk id="20" creationId="{D71BF9F4-C47D-96D1-631D-66B04155283A}"/>
          </ac:cxnSpMkLst>
        </pc:cxnChg>
        <pc:cxnChg chg="add mod">
          <ac:chgData name="Chris Linn" userId="ba6e6f4d9442980f" providerId="LiveId" clId="{C5667CC9-0635-45A6-87F8-1E51AE8AC991}" dt="2026-02-12T16:39:44.939" v="442" actId="1036"/>
          <ac:cxnSpMkLst>
            <pc:docMk/>
            <pc:sldMk cId="4160416788" sldId="259"/>
            <ac:cxnSpMk id="23" creationId="{A7285C8D-5487-822B-AE39-A70387994428}"/>
          </ac:cxnSpMkLst>
        </pc:cxnChg>
        <pc:cxnChg chg="add mod">
          <ac:chgData name="Chris Linn" userId="ba6e6f4d9442980f" providerId="LiveId" clId="{C5667CC9-0635-45A6-87F8-1E51AE8AC991}" dt="2026-02-12T16:39:44.939" v="442" actId="1036"/>
          <ac:cxnSpMkLst>
            <pc:docMk/>
            <pc:sldMk cId="4160416788" sldId="259"/>
            <ac:cxnSpMk id="26" creationId="{075DCFCA-9C30-3AC1-6416-48D74233B6FD}"/>
          </ac:cxnSpMkLst>
        </pc:cxnChg>
        <pc:cxnChg chg="add mod">
          <ac:chgData name="Chris Linn" userId="ba6e6f4d9442980f" providerId="LiveId" clId="{C5667CC9-0635-45A6-87F8-1E51AE8AC991}" dt="2026-02-12T16:39:44.939" v="442" actId="1036"/>
          <ac:cxnSpMkLst>
            <pc:docMk/>
            <pc:sldMk cId="4160416788" sldId="259"/>
            <ac:cxnSpMk id="30" creationId="{9F80870E-FD27-4E3E-F35B-CD30CD983DB4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893BA-00CA-9B99-6BB8-4C297480E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FF9DC2-4D16-6340-2E45-253E38D680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C2458-C619-85F8-0671-222664042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108F0-9D43-4973-820F-70AB6DA9B501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F3556E-A1F4-A8F8-E4C5-7F3A55F35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C4375-E51B-7FCA-01B5-E0BDE76EF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635B6-C792-4B2B-B1ED-9858FB9F9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578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F2BE2-8602-004A-A61D-6F585FB80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E13686-22EB-8989-8327-CA1DFFBAD8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906B7A-467F-C801-48AF-B408067CE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108F0-9D43-4973-820F-70AB6DA9B501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1BD72C-E5A5-79C6-5553-B54843FCD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8D3D4-81BE-42D4-26EB-827CDF0CC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635B6-C792-4B2B-B1ED-9858FB9F9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953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DD3CF-5C16-D243-9F15-4E73B289D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A17B94-DCCB-05EF-55C0-8B13528204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5B41F8-3106-8937-CF6B-817331507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108F0-9D43-4973-820F-70AB6DA9B501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9C6A12-466D-2BB1-95C1-A90A864F5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AD4D63-F0D3-E6EB-CC27-6D1BA2C72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635B6-C792-4B2B-B1ED-9858FB9F9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181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5B6E6-50FC-3907-68BF-A9D70E019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FBBC-555F-ED75-4B70-71A3CB9210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0E5640-3077-5EB7-19DE-13B404C64D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EC6673-5BBD-72BC-00CA-132750A55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108F0-9D43-4973-820F-70AB6DA9B501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962170-30E4-CADD-D11A-B267192D4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C37FA7-37CE-9931-F0F3-402F5CC69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635B6-C792-4B2B-B1ED-9858FB9F9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61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938A1-F54C-90AB-D320-47B83516F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933D63-26E0-E1A7-B7D9-8A88C8415D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0E3FCE-81A7-09A9-7FE3-1FC1AB88A6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18F77F-9E66-2114-54EF-530102C005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C00212-C1B5-B12E-F25C-0D0DAF8298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3FC735-FD1B-2891-FC68-76CB9951C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108F0-9D43-4973-820F-70AB6DA9B501}" type="datetimeFigureOut">
              <a:rPr lang="en-US" smtClean="0"/>
              <a:t>2/12/26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FB9FEF-566B-D946-5454-C1B20AFD2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0BED6F-191F-805D-FFA4-DAF33C2A0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635B6-C792-4B2B-B1ED-9858FB9F9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267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90F60-4723-6D63-2A18-E991023F6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0893D1-2E8B-29D2-0AA0-804B9A622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108F0-9D43-4973-820F-70AB6DA9B501}" type="datetimeFigureOut">
              <a:rPr lang="en-US" smtClean="0"/>
              <a:t>2/12/26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EDBD92-ADA8-02C2-665F-D9A6BE279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F95269-66FB-615A-909F-0BF10C5BD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635B6-C792-4B2B-B1ED-9858FB9F9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172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9D68DA-33C3-5655-BC06-AD9B5AAAC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108F0-9D43-4973-820F-70AB6DA9B501}" type="datetimeFigureOut">
              <a:rPr lang="en-US" smtClean="0"/>
              <a:t>2/12/26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E9608A-9166-B28C-5BBD-85C096FC5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5BF43D-E449-122E-9F7E-2E568EE96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635B6-C792-4B2B-B1ED-9858FB9F9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537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3490C-7949-8B32-D362-2461AB1DA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51A12-37CB-DF48-7516-41DC36CFA8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4B4CB8-3579-2C29-77E3-7B53DD51DD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284AFF-45EF-0A09-452C-174AFC13C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108F0-9D43-4973-820F-70AB6DA9B501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C2E381-3C9F-5D71-C7E8-D1C299F88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9A231F-33B9-2C5F-B8D5-BB9525353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635B6-C792-4B2B-B1ED-9858FB9F9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922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76B2C-F6DE-F0BB-AAA2-E29E04D84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8D7F4B-93EF-F776-4C2D-21A8E1277B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426055-FA02-58A8-DA02-C23445984E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D2F67B-FA99-25AE-76F7-11CD47EAC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108F0-9D43-4973-820F-70AB6DA9B501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521CF7-A988-AF6C-E3C2-6AFD4117F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FAF3CB-276A-3DEC-5C75-E90DA1DA7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635B6-C792-4B2B-B1ED-9858FB9F9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131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489B0-A0B9-CDF3-C11C-D0499DEE0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B87E9A-3A4E-B801-C801-A59FF8BC05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767547-EC19-30DE-6375-0F341F108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108F0-9D43-4973-820F-70AB6DA9B501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28140B-4BC1-0CE2-8F69-4DF5F6F91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641E54-63D1-D290-E0C6-0506CE1DF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635B6-C792-4B2B-B1ED-9858FB9F9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568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A08539-EC91-0E8C-94AC-D9AF5CAC2D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9990F9-AE98-C240-DD6F-9E3B80A006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28125-00B3-AB11-075C-6414CE207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108F0-9D43-4973-820F-70AB6DA9B501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FF8D9A-B97D-2E2A-F43D-4F5A94195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81885-48A5-33B1-353A-647A483A1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635B6-C792-4B2B-B1ED-9858FB9F9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322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762BCD-9C84-C032-43FD-647A2F870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572487-E49E-083C-5F4F-68758CD090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6ADCFC-DB32-615A-E5F1-5E29CFED12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D108F0-9D43-4973-820F-70AB6DA9B501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6A79A9-B3EC-AD48-A6AA-1C2FD3E865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C60F26-A908-9997-A7C8-CD158DF038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4635B6-C792-4B2B-B1ED-9858FB9F9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078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2CA1D8A-6165-E4AA-30B0-7FBA77C93159}"/>
              </a:ext>
            </a:extLst>
          </p:cNvPr>
          <p:cNvSpPr/>
          <p:nvPr/>
        </p:nvSpPr>
        <p:spPr>
          <a:xfrm>
            <a:off x="623857" y="2405100"/>
            <a:ext cx="1626594" cy="65364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Sales (Enterprise)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7AAB362-2295-2199-2C4B-FCCE01B535FD}"/>
              </a:ext>
            </a:extLst>
          </p:cNvPr>
          <p:cNvSpPr/>
          <p:nvPr/>
        </p:nvSpPr>
        <p:spPr>
          <a:xfrm>
            <a:off x="7768118" y="2417075"/>
            <a:ext cx="1571088" cy="653644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Revenue Operations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2A8832-B911-29D3-8964-AF5795B48698}"/>
              </a:ext>
            </a:extLst>
          </p:cNvPr>
          <p:cNvSpPr/>
          <p:nvPr/>
        </p:nvSpPr>
        <p:spPr>
          <a:xfrm>
            <a:off x="2928121" y="2405100"/>
            <a:ext cx="1571088" cy="653644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Sales (Mid-Market)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6DDBA74-A019-ACA8-A5CF-0227610CE60E}"/>
              </a:ext>
            </a:extLst>
          </p:cNvPr>
          <p:cNvSpPr/>
          <p:nvPr/>
        </p:nvSpPr>
        <p:spPr>
          <a:xfrm>
            <a:off x="10089221" y="2417075"/>
            <a:ext cx="1403884" cy="653644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GTM Enablement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05AE480-E282-A7B1-1242-DD4F4E58CA35}"/>
              </a:ext>
            </a:extLst>
          </p:cNvPr>
          <p:cNvSpPr/>
          <p:nvPr/>
        </p:nvSpPr>
        <p:spPr>
          <a:xfrm>
            <a:off x="5293329" y="2417075"/>
            <a:ext cx="1571088" cy="653644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Sales Engineering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5CA9ED-DFC1-D237-C455-E0378E56AA3A}"/>
              </a:ext>
            </a:extLst>
          </p:cNvPr>
          <p:cNvSpPr/>
          <p:nvPr/>
        </p:nvSpPr>
        <p:spPr>
          <a:xfrm>
            <a:off x="5099605" y="1337831"/>
            <a:ext cx="1958537" cy="65364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Erin Hughes</a:t>
            </a:r>
          </a:p>
          <a:p>
            <a:pPr algn="ctr"/>
            <a:r>
              <a:rPr lang="en-US" sz="1200" dirty="0"/>
              <a:t>Chief Revenue Officer</a:t>
            </a:r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FC5A3389-7B8D-BD98-C0FC-6E00C2694835}"/>
              </a:ext>
            </a:extLst>
          </p:cNvPr>
          <p:cNvCxnSpPr>
            <a:cxnSpLocks/>
            <a:stCxn id="16" idx="2"/>
            <a:endCxn id="11" idx="0"/>
          </p:cNvCxnSpPr>
          <p:nvPr/>
        </p:nvCxnSpPr>
        <p:spPr>
          <a:xfrm rot="5400000">
            <a:off x="3551202" y="-122573"/>
            <a:ext cx="413625" cy="4641720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D71BF9F4-C47D-96D1-631D-66B04155283A}"/>
              </a:ext>
            </a:extLst>
          </p:cNvPr>
          <p:cNvCxnSpPr>
            <a:cxnSpLocks/>
            <a:stCxn id="16" idx="2"/>
            <a:endCxn id="12" idx="0"/>
          </p:cNvCxnSpPr>
          <p:nvPr/>
        </p:nvCxnSpPr>
        <p:spPr>
          <a:xfrm rot="16200000" flipH="1">
            <a:off x="7103468" y="966881"/>
            <a:ext cx="425600" cy="2474788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A7285C8D-5487-822B-AE39-A70387994428}"/>
              </a:ext>
            </a:extLst>
          </p:cNvPr>
          <p:cNvCxnSpPr>
            <a:cxnSpLocks/>
            <a:stCxn id="16" idx="2"/>
            <a:endCxn id="13" idx="0"/>
          </p:cNvCxnSpPr>
          <p:nvPr/>
        </p:nvCxnSpPr>
        <p:spPr>
          <a:xfrm rot="5400000">
            <a:off x="4689458" y="1015683"/>
            <a:ext cx="413625" cy="2365209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075DCFCA-9C30-3AC1-6416-48D74233B6FD}"/>
              </a:ext>
            </a:extLst>
          </p:cNvPr>
          <p:cNvCxnSpPr>
            <a:cxnSpLocks/>
            <a:stCxn id="16" idx="2"/>
            <a:endCxn id="14" idx="0"/>
          </p:cNvCxnSpPr>
          <p:nvPr/>
        </p:nvCxnSpPr>
        <p:spPr>
          <a:xfrm rot="16200000" flipH="1">
            <a:off x="8222218" y="-151870"/>
            <a:ext cx="425600" cy="4712289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F80870E-FD27-4E3E-F35B-CD30CD983DB4}"/>
              </a:ext>
            </a:extLst>
          </p:cNvPr>
          <p:cNvCxnSpPr>
            <a:stCxn id="15" idx="0"/>
            <a:endCxn id="16" idx="2"/>
          </p:cNvCxnSpPr>
          <p:nvPr/>
        </p:nvCxnSpPr>
        <p:spPr>
          <a:xfrm flipV="1">
            <a:off x="6078873" y="1991475"/>
            <a:ext cx="1" cy="4256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45">
            <a:extLst>
              <a:ext uri="{FF2B5EF4-FFF2-40B4-BE49-F238E27FC236}">
                <a16:creationId xmlns:a16="http://schemas.microsoft.com/office/drawing/2014/main" id="{ED77DE6F-D4CF-38A2-8F9E-47A56C28BD1A}"/>
              </a:ext>
            </a:extLst>
          </p:cNvPr>
          <p:cNvSpPr txBox="1">
            <a:spLocks/>
          </p:cNvSpPr>
          <p:nvPr/>
        </p:nvSpPr>
        <p:spPr>
          <a:xfrm>
            <a:off x="253992" y="365125"/>
            <a:ext cx="11099808" cy="48929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300" dirty="0" err="1"/>
              <a:t>SingleSignal</a:t>
            </a:r>
            <a:r>
              <a:rPr lang="en-US" sz="3300" dirty="0"/>
              <a:t> – Future State Sales Department Divisions</a:t>
            </a:r>
          </a:p>
        </p:txBody>
      </p:sp>
    </p:spTree>
    <p:extLst>
      <p:ext uri="{BB962C8B-B14F-4D97-AF65-F5344CB8AC3E}">
        <p14:creationId xmlns:p14="http://schemas.microsoft.com/office/powerpoint/2010/main" val="4160416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BA46BA78-09EB-D21F-22B5-B8A8511A8FB9}"/>
              </a:ext>
            </a:extLst>
          </p:cNvPr>
          <p:cNvSpPr/>
          <p:nvPr/>
        </p:nvSpPr>
        <p:spPr>
          <a:xfrm>
            <a:off x="5423036" y="1204269"/>
            <a:ext cx="1958537" cy="65364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Erin Hughes</a:t>
            </a:r>
          </a:p>
          <a:p>
            <a:pPr algn="ctr"/>
            <a:r>
              <a:rPr lang="en-US" sz="1200" dirty="0"/>
              <a:t>Chief Revenue Officer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07B7EF3-6B4F-9FBC-F378-1AEA73626A5B}"/>
              </a:ext>
            </a:extLst>
          </p:cNvPr>
          <p:cNvSpPr/>
          <p:nvPr/>
        </p:nvSpPr>
        <p:spPr>
          <a:xfrm>
            <a:off x="5022344" y="2061469"/>
            <a:ext cx="2729502" cy="653644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Magige</a:t>
            </a:r>
            <a:r>
              <a:rPr lang="en-US" sz="1200" dirty="0"/>
              <a:t> Zokou, SDR</a:t>
            </a:r>
          </a:p>
          <a:p>
            <a:pPr algn="ctr"/>
            <a:r>
              <a:rPr lang="en-US" sz="1200" dirty="0"/>
              <a:t>Regional Sales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511A6A0-FA6A-322F-2457-EADE5A2ACF0B}"/>
              </a:ext>
            </a:extLst>
          </p:cNvPr>
          <p:cNvSpPr/>
          <p:nvPr/>
        </p:nvSpPr>
        <p:spPr>
          <a:xfrm>
            <a:off x="932078" y="3031825"/>
            <a:ext cx="1626594" cy="653644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Rajesh KÃ¶prÃ¼lÃ¼</a:t>
            </a:r>
          </a:p>
          <a:p>
            <a:pPr algn="ctr"/>
            <a:r>
              <a:rPr lang="en-US" sz="1200" dirty="0"/>
              <a:t>East Regional Director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C334CD0-EFA7-F449-EBC8-04AA257B2D5C}"/>
              </a:ext>
            </a:extLst>
          </p:cNvPr>
          <p:cNvSpPr/>
          <p:nvPr/>
        </p:nvSpPr>
        <p:spPr>
          <a:xfrm>
            <a:off x="8076339" y="3043800"/>
            <a:ext cx="1571088" cy="653644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Natalie </a:t>
            </a:r>
            <a:r>
              <a:rPr lang="en-US" sz="1200" dirty="0" err="1"/>
              <a:t>Haoda</a:t>
            </a:r>
            <a:endParaRPr lang="en-US" sz="1200" dirty="0"/>
          </a:p>
          <a:p>
            <a:pPr algn="ctr"/>
            <a:r>
              <a:rPr lang="en-US" sz="1200" dirty="0"/>
              <a:t>SE Regional Director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4BDA030-4947-56D4-D49C-DB6A4CF5135E}"/>
              </a:ext>
            </a:extLst>
          </p:cNvPr>
          <p:cNvSpPr/>
          <p:nvPr/>
        </p:nvSpPr>
        <p:spPr>
          <a:xfrm>
            <a:off x="3236342" y="3031825"/>
            <a:ext cx="1571088" cy="653644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Keiji Figueroa</a:t>
            </a:r>
          </a:p>
          <a:p>
            <a:pPr algn="ctr"/>
            <a:r>
              <a:rPr lang="en-US" sz="1200" dirty="0"/>
              <a:t>NE Regional Director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3CFC425-018B-4B27-685A-FA8B3C055A0C}"/>
              </a:ext>
            </a:extLst>
          </p:cNvPr>
          <p:cNvSpPr/>
          <p:nvPr/>
        </p:nvSpPr>
        <p:spPr>
          <a:xfrm>
            <a:off x="10397442" y="3043800"/>
            <a:ext cx="1403884" cy="653644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Rashed Baco</a:t>
            </a:r>
          </a:p>
          <a:p>
            <a:pPr algn="ctr"/>
            <a:r>
              <a:rPr lang="en-US" sz="1200" dirty="0"/>
              <a:t>Midwest Regional Director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160F794-B8C8-8CEE-43EA-D07342270210}"/>
              </a:ext>
            </a:extLst>
          </p:cNvPr>
          <p:cNvSpPr/>
          <p:nvPr/>
        </p:nvSpPr>
        <p:spPr>
          <a:xfrm>
            <a:off x="5601551" y="3043800"/>
            <a:ext cx="1571088" cy="653644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Mila Ruwan</a:t>
            </a:r>
          </a:p>
          <a:p>
            <a:pPr algn="ctr"/>
            <a:r>
              <a:rPr lang="en-US" sz="1200" dirty="0"/>
              <a:t>SW Regional Director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D8E81E9-5BCE-0888-9EC7-796E5970D73F}"/>
              </a:ext>
            </a:extLst>
          </p:cNvPr>
          <p:cNvSpPr/>
          <p:nvPr/>
        </p:nvSpPr>
        <p:spPr>
          <a:xfrm>
            <a:off x="1119165" y="3933576"/>
            <a:ext cx="1892450" cy="653644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Abdulmalik Taher</a:t>
            </a:r>
          </a:p>
          <a:p>
            <a:pPr algn="ctr"/>
            <a:r>
              <a:rPr lang="en-US" sz="1200" dirty="0"/>
              <a:t>Senior Account Executive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B42397D-4F4E-71C4-23EB-FFEFB82E991D}"/>
              </a:ext>
            </a:extLst>
          </p:cNvPr>
          <p:cNvSpPr/>
          <p:nvPr/>
        </p:nvSpPr>
        <p:spPr>
          <a:xfrm>
            <a:off x="3458669" y="3933576"/>
            <a:ext cx="1892450" cy="653644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Namgay Dorji Miranda</a:t>
            </a:r>
          </a:p>
          <a:p>
            <a:pPr algn="ctr"/>
            <a:r>
              <a:rPr lang="en-US" sz="1200" dirty="0"/>
              <a:t>Senior Account Executive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1CF78A9-9BD8-6724-10A4-B8ED35A8AC1C}"/>
              </a:ext>
            </a:extLst>
          </p:cNvPr>
          <p:cNvSpPr/>
          <p:nvPr/>
        </p:nvSpPr>
        <p:spPr>
          <a:xfrm>
            <a:off x="5868811" y="3941283"/>
            <a:ext cx="1892450" cy="653644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Hannah Bartlett</a:t>
            </a:r>
          </a:p>
          <a:p>
            <a:pPr algn="ctr"/>
            <a:r>
              <a:rPr lang="en-US" sz="1200" dirty="0"/>
              <a:t>Senior Account Executive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ACA59E4-05E7-F103-930D-07632174CD3C}"/>
              </a:ext>
            </a:extLst>
          </p:cNvPr>
          <p:cNvSpPr/>
          <p:nvPr/>
        </p:nvSpPr>
        <p:spPr>
          <a:xfrm>
            <a:off x="8076339" y="3968944"/>
            <a:ext cx="1571089" cy="653644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Sandra </a:t>
            </a:r>
            <a:r>
              <a:rPr lang="en-US" sz="1200" dirty="0" err="1"/>
              <a:t>KmeÅ</a:t>
            </a:r>
            <a:r>
              <a:rPr lang="en-US" sz="1200" dirty="0"/>
              <a:t>¥</a:t>
            </a:r>
          </a:p>
          <a:p>
            <a:pPr algn="ctr"/>
            <a:r>
              <a:rPr lang="en-US" sz="1200" dirty="0"/>
              <a:t>Account Executive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90524A8-E4E5-B3F4-B629-93E57A2E4AAC}"/>
              </a:ext>
            </a:extLst>
          </p:cNvPr>
          <p:cNvSpPr/>
          <p:nvPr/>
        </p:nvSpPr>
        <p:spPr>
          <a:xfrm>
            <a:off x="10312127" y="3968944"/>
            <a:ext cx="1574513" cy="653644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Gisela </a:t>
            </a:r>
            <a:r>
              <a:rPr lang="en-US" sz="1200" dirty="0" err="1"/>
              <a:t>Teivitu</a:t>
            </a:r>
            <a:endParaRPr lang="en-US" sz="1200" dirty="0"/>
          </a:p>
          <a:p>
            <a:pPr algn="ctr"/>
            <a:r>
              <a:rPr lang="en-US" sz="1200" dirty="0"/>
              <a:t>Account Executive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15A7D1A-58F5-9DCA-995B-1DECF0B24FBC}"/>
              </a:ext>
            </a:extLst>
          </p:cNvPr>
          <p:cNvSpPr/>
          <p:nvPr/>
        </p:nvSpPr>
        <p:spPr>
          <a:xfrm>
            <a:off x="1119165" y="4769078"/>
            <a:ext cx="1892450" cy="653644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Rashid Lipman</a:t>
            </a:r>
          </a:p>
          <a:p>
            <a:pPr algn="ctr"/>
            <a:r>
              <a:rPr lang="en-US" sz="1200" dirty="0"/>
              <a:t>Account Executive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705252D-A9CA-60EB-4697-D56153201A42}"/>
              </a:ext>
            </a:extLst>
          </p:cNvPr>
          <p:cNvSpPr/>
          <p:nvPr/>
        </p:nvSpPr>
        <p:spPr>
          <a:xfrm>
            <a:off x="1119165" y="5575960"/>
            <a:ext cx="1892450" cy="653644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Russell Dillenburg</a:t>
            </a:r>
          </a:p>
          <a:p>
            <a:pPr algn="ctr"/>
            <a:r>
              <a:rPr lang="en-US" sz="1200" dirty="0"/>
              <a:t>Account Executive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455E4CD-6331-421D-8036-9ECD223E612E}"/>
              </a:ext>
            </a:extLst>
          </p:cNvPr>
          <p:cNvSpPr/>
          <p:nvPr/>
        </p:nvSpPr>
        <p:spPr>
          <a:xfrm>
            <a:off x="3458669" y="4769078"/>
            <a:ext cx="1892450" cy="653644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Noy Bennett</a:t>
            </a:r>
          </a:p>
          <a:p>
            <a:pPr algn="ctr"/>
            <a:r>
              <a:rPr lang="en-US" sz="1200" dirty="0"/>
              <a:t>Account Executive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9FF1DBC-A0CC-4E36-665A-7BB004BFCBA9}"/>
              </a:ext>
            </a:extLst>
          </p:cNvPr>
          <p:cNvSpPr/>
          <p:nvPr/>
        </p:nvSpPr>
        <p:spPr>
          <a:xfrm>
            <a:off x="5868811" y="4792153"/>
            <a:ext cx="1892450" cy="653644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Ã…se McKay</a:t>
            </a:r>
          </a:p>
          <a:p>
            <a:pPr algn="ctr"/>
            <a:r>
              <a:rPr lang="en-US" sz="1200" dirty="0"/>
              <a:t>Account Executive</a:t>
            </a:r>
          </a:p>
        </p:txBody>
      </p:sp>
      <p:sp>
        <p:nvSpPr>
          <p:cNvPr id="46" name="Title 45">
            <a:extLst>
              <a:ext uri="{FF2B5EF4-FFF2-40B4-BE49-F238E27FC236}">
                <a16:creationId xmlns:a16="http://schemas.microsoft.com/office/drawing/2014/main" id="{5FC166F2-77CD-4F88-3CA1-C3CCC783C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992" y="365125"/>
            <a:ext cx="11099808" cy="489299"/>
          </a:xfrm>
        </p:spPr>
        <p:txBody>
          <a:bodyPr>
            <a:noAutofit/>
          </a:bodyPr>
          <a:lstStyle/>
          <a:p>
            <a:r>
              <a:rPr lang="en-US" sz="3300" dirty="0" err="1"/>
              <a:t>SingleSignal</a:t>
            </a:r>
            <a:r>
              <a:rPr lang="en-US" sz="3300" dirty="0"/>
              <a:t> – Sales Department Current Organization (1 of 2)</a:t>
            </a:r>
          </a:p>
        </p:txBody>
      </p: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B4A821A7-B547-CCC0-6CCC-8E0D42AD4897}"/>
              </a:ext>
            </a:extLst>
          </p:cNvPr>
          <p:cNvCxnSpPr>
            <a:cxnSpLocks/>
            <a:stCxn id="27" idx="0"/>
            <a:endCxn id="24" idx="2"/>
          </p:cNvCxnSpPr>
          <p:nvPr/>
        </p:nvCxnSpPr>
        <p:spPr>
          <a:xfrm rot="5400000" flipH="1" flipV="1">
            <a:off x="3907879" y="552609"/>
            <a:ext cx="316712" cy="4641720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80C19C88-6336-77CC-53BB-446013C08239}"/>
              </a:ext>
            </a:extLst>
          </p:cNvPr>
          <p:cNvCxnSpPr>
            <a:cxnSpLocks/>
            <a:stCxn id="29" idx="0"/>
            <a:endCxn id="24" idx="2"/>
          </p:cNvCxnSpPr>
          <p:nvPr/>
        </p:nvCxnSpPr>
        <p:spPr>
          <a:xfrm rot="5400000" flipH="1" flipV="1">
            <a:off x="5046134" y="1690865"/>
            <a:ext cx="316712" cy="2365209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3E2BC5B5-4573-CE22-391E-88CF0886BEB8}"/>
              </a:ext>
            </a:extLst>
          </p:cNvPr>
          <p:cNvCxnSpPr>
            <a:cxnSpLocks/>
            <a:stCxn id="28" idx="0"/>
            <a:endCxn id="24" idx="2"/>
          </p:cNvCxnSpPr>
          <p:nvPr/>
        </p:nvCxnSpPr>
        <p:spPr>
          <a:xfrm rot="16200000" flipV="1">
            <a:off x="7460146" y="1642063"/>
            <a:ext cx="328687" cy="2474788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39442E46-F4B4-A2C5-FBEB-08D704E03303}"/>
              </a:ext>
            </a:extLst>
          </p:cNvPr>
          <p:cNvCxnSpPr>
            <a:cxnSpLocks/>
            <a:stCxn id="30" idx="0"/>
            <a:endCxn id="24" idx="2"/>
          </p:cNvCxnSpPr>
          <p:nvPr/>
        </p:nvCxnSpPr>
        <p:spPr>
          <a:xfrm rot="16200000" flipV="1">
            <a:off x="8578897" y="523312"/>
            <a:ext cx="328687" cy="4712289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F5B6E568-0D44-DECE-8F06-AA0FB2D20CBB}"/>
              </a:ext>
            </a:extLst>
          </p:cNvPr>
          <p:cNvCxnSpPr>
            <a:cxnSpLocks/>
            <a:stCxn id="37" idx="1"/>
            <a:endCxn id="27" idx="2"/>
          </p:cNvCxnSpPr>
          <p:nvPr/>
        </p:nvCxnSpPr>
        <p:spPr>
          <a:xfrm rot="10800000" flipH="1">
            <a:off x="1119165" y="3685470"/>
            <a:ext cx="626210" cy="574929"/>
          </a:xfrm>
          <a:prstGeom prst="bentConnector4">
            <a:avLst>
              <a:gd name="adj1" fmla="val -36505"/>
              <a:gd name="adj2" fmla="val 7842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6B99762C-1E96-3351-5D86-1D71170F0F06}"/>
              </a:ext>
            </a:extLst>
          </p:cNvPr>
          <p:cNvCxnSpPr>
            <a:cxnSpLocks/>
            <a:stCxn id="43" idx="1"/>
            <a:endCxn id="27" idx="2"/>
          </p:cNvCxnSpPr>
          <p:nvPr/>
        </p:nvCxnSpPr>
        <p:spPr>
          <a:xfrm rot="10800000" flipH="1">
            <a:off x="1119165" y="3685470"/>
            <a:ext cx="626210" cy="2217313"/>
          </a:xfrm>
          <a:prstGeom prst="bentConnector4">
            <a:avLst>
              <a:gd name="adj1" fmla="val -36505"/>
              <a:gd name="adj2" fmla="val 94902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1E9C7CC7-61AD-1E8B-3D64-2395497F6B09}"/>
              </a:ext>
            </a:extLst>
          </p:cNvPr>
          <p:cNvCxnSpPr>
            <a:cxnSpLocks/>
            <a:stCxn id="42" idx="1"/>
            <a:endCxn id="27" idx="2"/>
          </p:cNvCxnSpPr>
          <p:nvPr/>
        </p:nvCxnSpPr>
        <p:spPr>
          <a:xfrm rot="10800000" flipH="1">
            <a:off x="1119165" y="3685470"/>
            <a:ext cx="626210" cy="1410431"/>
          </a:xfrm>
          <a:prstGeom prst="bentConnector4">
            <a:avLst>
              <a:gd name="adj1" fmla="val -36505"/>
              <a:gd name="adj2" fmla="val 90724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5F545D56-CE3F-BB34-3D72-D515AE2E215A}"/>
              </a:ext>
            </a:extLst>
          </p:cNvPr>
          <p:cNvCxnSpPr>
            <a:cxnSpLocks/>
            <a:stCxn id="38" idx="1"/>
            <a:endCxn id="29" idx="2"/>
          </p:cNvCxnSpPr>
          <p:nvPr/>
        </p:nvCxnSpPr>
        <p:spPr>
          <a:xfrm rot="10800000" flipH="1">
            <a:off x="3458668" y="3685470"/>
            <a:ext cx="563217" cy="574929"/>
          </a:xfrm>
          <a:prstGeom prst="bentConnector4">
            <a:avLst>
              <a:gd name="adj1" fmla="val -40588"/>
              <a:gd name="adj2" fmla="val 7842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D3C8A62C-2F4A-1E06-F6C4-907A34225706}"/>
              </a:ext>
            </a:extLst>
          </p:cNvPr>
          <p:cNvCxnSpPr>
            <a:cxnSpLocks/>
            <a:stCxn id="44" idx="1"/>
            <a:endCxn id="29" idx="2"/>
          </p:cNvCxnSpPr>
          <p:nvPr/>
        </p:nvCxnSpPr>
        <p:spPr>
          <a:xfrm rot="10800000" flipH="1">
            <a:off x="3458668" y="3685470"/>
            <a:ext cx="563217" cy="1410431"/>
          </a:xfrm>
          <a:prstGeom prst="bentConnector4">
            <a:avLst>
              <a:gd name="adj1" fmla="val -40588"/>
              <a:gd name="adj2" fmla="val 92181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22F0DCE5-F520-1E29-213F-24AB66C604CE}"/>
              </a:ext>
            </a:extLst>
          </p:cNvPr>
          <p:cNvCxnSpPr>
            <a:cxnSpLocks/>
            <a:stCxn id="39" idx="1"/>
            <a:endCxn id="31" idx="2"/>
          </p:cNvCxnSpPr>
          <p:nvPr/>
        </p:nvCxnSpPr>
        <p:spPr>
          <a:xfrm rot="10800000" flipH="1">
            <a:off x="5868811" y="3697445"/>
            <a:ext cx="518284" cy="570661"/>
          </a:xfrm>
          <a:prstGeom prst="bentConnector4">
            <a:avLst>
              <a:gd name="adj1" fmla="val -44107"/>
              <a:gd name="adj2" fmla="val 7863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04CB80F1-C9FA-941E-EEDC-F8CF942BC7C9}"/>
              </a:ext>
            </a:extLst>
          </p:cNvPr>
          <p:cNvCxnSpPr>
            <a:cxnSpLocks/>
            <a:stCxn id="45" idx="1"/>
            <a:endCxn id="31" idx="2"/>
          </p:cNvCxnSpPr>
          <p:nvPr/>
        </p:nvCxnSpPr>
        <p:spPr>
          <a:xfrm rot="10800000" flipH="1">
            <a:off x="5868811" y="3697445"/>
            <a:ext cx="518284" cy="1421531"/>
          </a:xfrm>
          <a:prstGeom prst="bentConnector4">
            <a:avLst>
              <a:gd name="adj1" fmla="val -44107"/>
              <a:gd name="adj2" fmla="val 91128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D42822C-D65E-0909-A0C9-A303689ABC56}"/>
              </a:ext>
            </a:extLst>
          </p:cNvPr>
          <p:cNvCxnSpPr>
            <a:stCxn id="28" idx="2"/>
            <a:endCxn id="40" idx="0"/>
          </p:cNvCxnSpPr>
          <p:nvPr/>
        </p:nvCxnSpPr>
        <p:spPr>
          <a:xfrm>
            <a:off x="8861883" y="3697444"/>
            <a:ext cx="1" cy="2715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CADEB42C-7533-E152-7735-8B1B9C3EFECC}"/>
              </a:ext>
            </a:extLst>
          </p:cNvPr>
          <p:cNvCxnSpPr>
            <a:cxnSpLocks/>
            <a:stCxn id="30" idx="2"/>
            <a:endCxn id="41" idx="0"/>
          </p:cNvCxnSpPr>
          <p:nvPr/>
        </p:nvCxnSpPr>
        <p:spPr>
          <a:xfrm>
            <a:off x="11099384" y="3697444"/>
            <a:ext cx="0" cy="2715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452ACAB-3410-FCB1-6E07-72B9F1A35D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7162717"/>
              </p:ext>
            </p:extLst>
          </p:nvPr>
        </p:nvGraphicFramePr>
        <p:xfrm>
          <a:off x="369149" y="1204269"/>
          <a:ext cx="302961" cy="51780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961">
                  <a:extLst>
                    <a:ext uri="{9D8B030D-6E8A-4147-A177-3AD203B41FA5}">
                      <a16:colId xmlns:a16="http://schemas.microsoft.com/office/drawing/2014/main" val="4053291332"/>
                    </a:ext>
                  </a:extLst>
                </a:gridCol>
              </a:tblGrid>
              <a:tr h="78891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L2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380722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L3</a:t>
                      </a:r>
                      <a:endParaRPr lang="en-US" b="0" dirty="0"/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6123346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L4</a:t>
                      </a:r>
                      <a:endParaRPr lang="en-US" b="0" dirty="0"/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7636646"/>
                  </a:ext>
                </a:extLst>
              </a:tr>
              <a:tr h="256032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L5</a:t>
                      </a:r>
                      <a:endParaRPr lang="en-US" b="0" dirty="0"/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74397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48885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B490ABC6-9966-B920-AA90-FE94830AFCEF}"/>
              </a:ext>
            </a:extLst>
          </p:cNvPr>
          <p:cNvSpPr/>
          <p:nvPr/>
        </p:nvSpPr>
        <p:spPr>
          <a:xfrm>
            <a:off x="8398269" y="2699295"/>
            <a:ext cx="2104918" cy="653644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Zaida </a:t>
            </a:r>
            <a:r>
              <a:rPr lang="en-US" sz="1200" dirty="0" err="1"/>
              <a:t>Coutanche</a:t>
            </a:r>
            <a:endParaRPr lang="en-US" sz="1200" dirty="0"/>
          </a:p>
          <a:p>
            <a:pPr algn="ctr"/>
            <a:r>
              <a:rPr lang="en-US" sz="1200" dirty="0"/>
              <a:t>Sales Manager – Direct Sales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917871F-2D2E-1D11-1AEF-E263AFE77173}"/>
              </a:ext>
            </a:extLst>
          </p:cNvPr>
          <p:cNvSpPr/>
          <p:nvPr/>
        </p:nvSpPr>
        <p:spPr>
          <a:xfrm>
            <a:off x="9652574" y="3429000"/>
            <a:ext cx="1701226" cy="653644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Panyin Ismailov</a:t>
            </a:r>
          </a:p>
          <a:p>
            <a:pPr algn="ctr"/>
            <a:r>
              <a:rPr lang="en-US" sz="1200" dirty="0"/>
              <a:t>EMP-0157</a:t>
            </a:r>
          </a:p>
          <a:p>
            <a:pPr algn="ctr"/>
            <a:r>
              <a:rPr lang="en-US" sz="1200" dirty="0"/>
              <a:t>BDR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F22DC3F-D6FF-EF92-48FB-56E2CBCE41B4}"/>
              </a:ext>
            </a:extLst>
          </p:cNvPr>
          <p:cNvSpPr/>
          <p:nvPr/>
        </p:nvSpPr>
        <p:spPr>
          <a:xfrm>
            <a:off x="9652574" y="4251171"/>
            <a:ext cx="1701226" cy="653644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Natalya Al-Hajj</a:t>
            </a:r>
          </a:p>
          <a:p>
            <a:pPr algn="ctr"/>
            <a:r>
              <a:rPr lang="en-US" sz="1200" dirty="0"/>
              <a:t>EMP-0160</a:t>
            </a:r>
          </a:p>
          <a:p>
            <a:pPr algn="ctr"/>
            <a:r>
              <a:rPr lang="en-US" sz="1200" dirty="0"/>
              <a:t>BDR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B6E16AE-E0F9-15DA-664F-45B7AEA9B00A}"/>
              </a:ext>
            </a:extLst>
          </p:cNvPr>
          <p:cNvSpPr/>
          <p:nvPr/>
        </p:nvSpPr>
        <p:spPr>
          <a:xfrm>
            <a:off x="9652574" y="5073342"/>
            <a:ext cx="1701226" cy="653644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Anastasia Maharaj</a:t>
            </a:r>
          </a:p>
          <a:p>
            <a:pPr algn="ctr"/>
            <a:r>
              <a:rPr lang="en-US" sz="1200" dirty="0"/>
              <a:t>EMP-0186</a:t>
            </a:r>
          </a:p>
          <a:p>
            <a:pPr algn="ctr"/>
            <a:r>
              <a:rPr lang="en-US" sz="1200" dirty="0"/>
              <a:t>BDR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C429C5D-B1B9-1372-360E-1B4698DE0771}"/>
              </a:ext>
            </a:extLst>
          </p:cNvPr>
          <p:cNvSpPr/>
          <p:nvPr/>
        </p:nvSpPr>
        <p:spPr>
          <a:xfrm>
            <a:off x="9652574" y="5920202"/>
            <a:ext cx="1701226" cy="653644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Rachel Samuel</a:t>
            </a:r>
          </a:p>
          <a:p>
            <a:pPr algn="ctr"/>
            <a:r>
              <a:rPr lang="en-US" sz="1200" dirty="0"/>
              <a:t>EMP-0234</a:t>
            </a:r>
          </a:p>
          <a:p>
            <a:pPr algn="ctr"/>
            <a:r>
              <a:rPr lang="en-US" sz="1200" dirty="0"/>
              <a:t>BDR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9B98FC-EB8C-5F22-37B0-C7B94E83ADA9}"/>
              </a:ext>
            </a:extLst>
          </p:cNvPr>
          <p:cNvSpPr/>
          <p:nvPr/>
        </p:nvSpPr>
        <p:spPr>
          <a:xfrm>
            <a:off x="4511639" y="2699295"/>
            <a:ext cx="2104918" cy="65364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Valerie Reyes</a:t>
            </a:r>
          </a:p>
          <a:p>
            <a:pPr algn="ctr"/>
            <a:r>
              <a:rPr lang="en-US" sz="1200" dirty="0"/>
              <a:t>Sales Manager – Enterprise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811749-BEF2-259D-E7FC-CC910B9E21B3}"/>
              </a:ext>
            </a:extLst>
          </p:cNvPr>
          <p:cNvSpPr/>
          <p:nvPr/>
        </p:nvSpPr>
        <p:spPr>
          <a:xfrm>
            <a:off x="5795138" y="3572263"/>
            <a:ext cx="1701226" cy="65364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Xiuxiu</a:t>
            </a:r>
            <a:r>
              <a:rPr lang="en-US" sz="1200" dirty="0"/>
              <a:t> Tamagnini</a:t>
            </a:r>
          </a:p>
          <a:p>
            <a:pPr algn="ctr"/>
            <a:r>
              <a:rPr lang="en-US" sz="1200" dirty="0"/>
              <a:t>EMP-0121</a:t>
            </a:r>
          </a:p>
          <a:p>
            <a:pPr algn="ctr"/>
            <a:r>
              <a:rPr lang="en-US" sz="1200" dirty="0"/>
              <a:t>Enterprise AE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6D8B72-AEA3-915F-1AF8-970D49D7F704}"/>
              </a:ext>
            </a:extLst>
          </p:cNvPr>
          <p:cNvSpPr/>
          <p:nvPr/>
        </p:nvSpPr>
        <p:spPr>
          <a:xfrm>
            <a:off x="5795138" y="4394434"/>
            <a:ext cx="1701226" cy="65364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Anani </a:t>
            </a:r>
            <a:r>
              <a:rPr lang="en-US" sz="1200" dirty="0" err="1"/>
              <a:t>DiabatÃ</a:t>
            </a:r>
            <a:r>
              <a:rPr lang="en-US" sz="1200" dirty="0"/>
              <a:t>©</a:t>
            </a:r>
          </a:p>
          <a:p>
            <a:pPr algn="ctr"/>
            <a:r>
              <a:rPr lang="en-US" sz="1200" dirty="0"/>
              <a:t>EMP-0216</a:t>
            </a:r>
          </a:p>
          <a:p>
            <a:pPr algn="ctr"/>
            <a:r>
              <a:rPr lang="en-US" sz="1200" dirty="0"/>
              <a:t>Enterprise AE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377233-4366-A494-7B73-0E68F07E7584}"/>
              </a:ext>
            </a:extLst>
          </p:cNvPr>
          <p:cNvSpPr/>
          <p:nvPr/>
        </p:nvSpPr>
        <p:spPr>
          <a:xfrm>
            <a:off x="5795138" y="5216605"/>
            <a:ext cx="1701226" cy="65364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GÃ©nesis</a:t>
            </a:r>
            <a:r>
              <a:rPr lang="en-US" sz="1200" dirty="0"/>
              <a:t> Temirov</a:t>
            </a:r>
          </a:p>
          <a:p>
            <a:pPr algn="ctr"/>
            <a:r>
              <a:rPr lang="en-US" sz="1200" dirty="0"/>
              <a:t>EMP-0220</a:t>
            </a:r>
          </a:p>
          <a:p>
            <a:pPr algn="ctr"/>
            <a:r>
              <a:rPr lang="en-US" sz="1200" dirty="0"/>
              <a:t>Enterprise AE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5A4E776-D9C1-D6BB-E962-6B245BE44E2D}"/>
              </a:ext>
            </a:extLst>
          </p:cNvPr>
          <p:cNvSpPr/>
          <p:nvPr/>
        </p:nvSpPr>
        <p:spPr>
          <a:xfrm>
            <a:off x="6877546" y="1733861"/>
            <a:ext cx="2599361" cy="653644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Vaiala</a:t>
            </a:r>
            <a:r>
              <a:rPr lang="en-US" sz="1200" dirty="0"/>
              <a:t> Khaya, SDR</a:t>
            </a:r>
          </a:p>
          <a:p>
            <a:pPr algn="ctr"/>
            <a:r>
              <a:rPr lang="en-US" sz="1200" dirty="0"/>
              <a:t>Enterprise &amp; Direct Sales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9CE1F0D-E5BF-4B31-0FD2-EBA29A3970D3}"/>
              </a:ext>
            </a:extLst>
          </p:cNvPr>
          <p:cNvSpPr/>
          <p:nvPr/>
        </p:nvSpPr>
        <p:spPr>
          <a:xfrm>
            <a:off x="1379164" y="1733861"/>
            <a:ext cx="2599361" cy="653644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Majid Kayastha, SDR</a:t>
            </a:r>
          </a:p>
          <a:p>
            <a:pPr algn="ctr"/>
            <a:r>
              <a:rPr lang="en-US" sz="1200" dirty="0"/>
              <a:t>Strategic Accounts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B161C34-DCA1-61C7-9707-B417650C0CA3}"/>
              </a:ext>
            </a:extLst>
          </p:cNvPr>
          <p:cNvSpPr/>
          <p:nvPr/>
        </p:nvSpPr>
        <p:spPr>
          <a:xfrm>
            <a:off x="1828231" y="2699295"/>
            <a:ext cx="1701226" cy="653644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SebastiÃ¡n</a:t>
            </a:r>
            <a:r>
              <a:rPr lang="en-US" sz="1200" dirty="0"/>
              <a:t> Mbele</a:t>
            </a:r>
          </a:p>
          <a:p>
            <a:pPr algn="ctr"/>
            <a:r>
              <a:rPr lang="en-US" sz="1200" dirty="0"/>
              <a:t>Sales Manager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E5F1FA-1091-7503-0C4F-116860003DB6}"/>
              </a:ext>
            </a:extLst>
          </p:cNvPr>
          <p:cNvSpPr/>
          <p:nvPr/>
        </p:nvSpPr>
        <p:spPr>
          <a:xfrm>
            <a:off x="4162800" y="864698"/>
            <a:ext cx="2830128" cy="52851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Erin Hughes</a:t>
            </a:r>
          </a:p>
          <a:p>
            <a:pPr algn="ctr"/>
            <a:r>
              <a:rPr lang="en-US" sz="1200" dirty="0"/>
              <a:t>Chief Revenue Officer</a:t>
            </a:r>
          </a:p>
        </p:txBody>
      </p:sp>
      <p:sp>
        <p:nvSpPr>
          <p:cNvPr id="11" name="Title 45">
            <a:extLst>
              <a:ext uri="{FF2B5EF4-FFF2-40B4-BE49-F238E27FC236}">
                <a16:creationId xmlns:a16="http://schemas.microsoft.com/office/drawing/2014/main" id="{58EE964A-D38F-049F-A271-62CAEEC96BAA}"/>
              </a:ext>
            </a:extLst>
          </p:cNvPr>
          <p:cNvSpPr txBox="1">
            <a:spLocks/>
          </p:cNvSpPr>
          <p:nvPr/>
        </p:nvSpPr>
        <p:spPr>
          <a:xfrm>
            <a:off x="253992" y="365125"/>
            <a:ext cx="11099808" cy="489299"/>
          </a:xfrm>
          <a:prstGeom prst="rect">
            <a:avLst/>
          </a:prstGeom>
        </p:spPr>
        <p:txBody>
          <a:bodyPr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SingleSignal</a:t>
            </a:r>
            <a:r>
              <a:rPr lang="en-US" dirty="0"/>
              <a:t> – Sales </a:t>
            </a:r>
            <a:r>
              <a:rPr lang="en-US"/>
              <a:t>Department Current Organization </a:t>
            </a:r>
            <a:r>
              <a:rPr lang="en-US" dirty="0"/>
              <a:t>(2 of 2)</a:t>
            </a: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BF13F9AD-154C-3E67-DF93-51791994273B}"/>
              </a:ext>
            </a:extLst>
          </p:cNvPr>
          <p:cNvCxnSpPr>
            <a:stCxn id="10" idx="2"/>
            <a:endCxn id="8" idx="0"/>
          </p:cNvCxnSpPr>
          <p:nvPr/>
        </p:nvCxnSpPr>
        <p:spPr>
          <a:xfrm rot="16200000" flipH="1">
            <a:off x="6707220" y="263854"/>
            <a:ext cx="340650" cy="2599363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60F54ECC-D0A8-590B-D57F-9AE2BFF0313E}"/>
              </a:ext>
            </a:extLst>
          </p:cNvPr>
          <p:cNvCxnSpPr>
            <a:cxnSpLocks/>
            <a:stCxn id="10" idx="2"/>
            <a:endCxn id="25" idx="0"/>
          </p:cNvCxnSpPr>
          <p:nvPr/>
        </p:nvCxnSpPr>
        <p:spPr>
          <a:xfrm rot="5400000">
            <a:off x="3958030" y="114027"/>
            <a:ext cx="340650" cy="2899019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F98A33A-4848-6544-C9FB-C747E8970E3A}"/>
              </a:ext>
            </a:extLst>
          </p:cNvPr>
          <p:cNvCxnSpPr>
            <a:stCxn id="25" idx="2"/>
            <a:endCxn id="9" idx="0"/>
          </p:cNvCxnSpPr>
          <p:nvPr/>
        </p:nvCxnSpPr>
        <p:spPr>
          <a:xfrm flipH="1">
            <a:off x="2678844" y="2387505"/>
            <a:ext cx="1" cy="3117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AD416074-BDE7-65E5-A1DD-989EB8393476}"/>
              </a:ext>
            </a:extLst>
          </p:cNvPr>
          <p:cNvCxnSpPr>
            <a:cxnSpLocks/>
            <a:stCxn id="4" idx="0"/>
            <a:endCxn id="8" idx="2"/>
          </p:cNvCxnSpPr>
          <p:nvPr/>
        </p:nvCxnSpPr>
        <p:spPr>
          <a:xfrm rot="5400000" flipH="1" flipV="1">
            <a:off x="6714767" y="1236836"/>
            <a:ext cx="311790" cy="2613129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ED981D86-DD59-6552-734A-8056DFF36584}"/>
              </a:ext>
            </a:extLst>
          </p:cNvPr>
          <p:cNvCxnSpPr>
            <a:cxnSpLocks/>
            <a:stCxn id="32" idx="0"/>
            <a:endCxn id="8" idx="2"/>
          </p:cNvCxnSpPr>
          <p:nvPr/>
        </p:nvCxnSpPr>
        <p:spPr>
          <a:xfrm rot="16200000" flipV="1">
            <a:off x="8658083" y="1906649"/>
            <a:ext cx="311790" cy="1273501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8A7726F4-2570-879A-4BF4-D1B16A4C17AB}"/>
              </a:ext>
            </a:extLst>
          </p:cNvPr>
          <p:cNvCxnSpPr>
            <a:cxnSpLocks/>
            <a:stCxn id="5" idx="1"/>
            <a:endCxn id="4" idx="2"/>
          </p:cNvCxnSpPr>
          <p:nvPr/>
        </p:nvCxnSpPr>
        <p:spPr>
          <a:xfrm rot="10800000">
            <a:off x="5564098" y="3352939"/>
            <a:ext cx="231040" cy="546146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0829C749-F68B-F9B4-3C1A-D9E93102E628}"/>
              </a:ext>
            </a:extLst>
          </p:cNvPr>
          <p:cNvCxnSpPr>
            <a:cxnSpLocks/>
            <a:stCxn id="6" idx="1"/>
            <a:endCxn id="4" idx="2"/>
          </p:cNvCxnSpPr>
          <p:nvPr/>
        </p:nvCxnSpPr>
        <p:spPr>
          <a:xfrm rot="10800000">
            <a:off x="5564098" y="3352940"/>
            <a:ext cx="231040" cy="1368317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305C3DAC-67D5-63D9-FC5C-DE384DE1A9B1}"/>
              </a:ext>
            </a:extLst>
          </p:cNvPr>
          <p:cNvCxnSpPr>
            <a:cxnSpLocks/>
            <a:stCxn id="7" idx="1"/>
            <a:endCxn id="4" idx="2"/>
          </p:cNvCxnSpPr>
          <p:nvPr/>
        </p:nvCxnSpPr>
        <p:spPr>
          <a:xfrm rot="10800000">
            <a:off x="5564098" y="3352939"/>
            <a:ext cx="231040" cy="2190488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586E9570-4DCE-42EE-B7AD-44EAD96CB332}"/>
              </a:ext>
            </a:extLst>
          </p:cNvPr>
          <p:cNvCxnSpPr>
            <a:cxnSpLocks/>
            <a:stCxn id="33" idx="1"/>
            <a:endCxn id="32" idx="2"/>
          </p:cNvCxnSpPr>
          <p:nvPr/>
        </p:nvCxnSpPr>
        <p:spPr>
          <a:xfrm rot="10800000">
            <a:off x="9450728" y="3352940"/>
            <a:ext cx="201846" cy="402883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60B3076E-B518-B4B0-5B24-580ACBBD1487}"/>
              </a:ext>
            </a:extLst>
          </p:cNvPr>
          <p:cNvCxnSpPr>
            <a:cxnSpLocks/>
            <a:stCxn id="34" idx="1"/>
            <a:endCxn id="32" idx="2"/>
          </p:cNvCxnSpPr>
          <p:nvPr/>
        </p:nvCxnSpPr>
        <p:spPr>
          <a:xfrm rot="10800000">
            <a:off x="9450728" y="3352939"/>
            <a:ext cx="201846" cy="1225054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7AC40E5D-F954-5AB3-922A-E66F74D2DD27}"/>
              </a:ext>
            </a:extLst>
          </p:cNvPr>
          <p:cNvCxnSpPr>
            <a:cxnSpLocks/>
            <a:stCxn id="35" idx="1"/>
            <a:endCxn id="32" idx="2"/>
          </p:cNvCxnSpPr>
          <p:nvPr/>
        </p:nvCxnSpPr>
        <p:spPr>
          <a:xfrm rot="10800000">
            <a:off x="9450728" y="3352940"/>
            <a:ext cx="201846" cy="2047225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1B5EF44B-91D4-A2F0-B6B1-44EBEC0F5E1B}"/>
              </a:ext>
            </a:extLst>
          </p:cNvPr>
          <p:cNvCxnSpPr>
            <a:cxnSpLocks/>
            <a:stCxn id="36" idx="1"/>
            <a:endCxn id="32" idx="2"/>
          </p:cNvCxnSpPr>
          <p:nvPr/>
        </p:nvCxnSpPr>
        <p:spPr>
          <a:xfrm rot="10800000">
            <a:off x="9450728" y="3352940"/>
            <a:ext cx="201846" cy="2894085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9026C71-5AE1-4ED7-275D-97D90BFE15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5346352"/>
              </p:ext>
            </p:extLst>
          </p:nvPr>
        </p:nvGraphicFramePr>
        <p:xfrm>
          <a:off x="369149" y="824130"/>
          <a:ext cx="469051" cy="58181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9051">
                  <a:extLst>
                    <a:ext uri="{9D8B030D-6E8A-4147-A177-3AD203B41FA5}">
                      <a16:colId xmlns:a16="http://schemas.microsoft.com/office/drawing/2014/main" val="4053291332"/>
                    </a:ext>
                  </a:extLst>
                </a:gridCol>
              </a:tblGrid>
              <a:tr h="78891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L2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3807227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L3</a:t>
                      </a:r>
                      <a:endParaRPr lang="en-US" b="0" dirty="0"/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6123346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L4</a:t>
                      </a:r>
                      <a:endParaRPr lang="en-US" b="0" dirty="0"/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7636646"/>
                  </a:ext>
                </a:extLst>
              </a:tr>
              <a:tr h="31089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L5</a:t>
                      </a:r>
                      <a:endParaRPr lang="en-US" b="0" dirty="0"/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74397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80323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1343</TotalTime>
  <Words>212</Words>
  <Application>Microsoft Macintosh PowerPoint</Application>
  <PresentationFormat>Widescreen</PresentationFormat>
  <Paragraphs>83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SingleSignal – Sales Department Current Organization (1 of 2)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Chris Linn</dc:creator>
  <cp:lastModifiedBy>Simon Sebastian H. Lorenzen</cp:lastModifiedBy>
  <cp:revision>3</cp:revision>
  <dcterms:created xsi:type="dcterms:W3CDTF">2026-02-11T16:13:57Z</dcterms:created>
  <dcterms:modified xsi:type="dcterms:W3CDTF">2026-02-12T22:11:24Z</dcterms:modified>
</cp:coreProperties>
</file>