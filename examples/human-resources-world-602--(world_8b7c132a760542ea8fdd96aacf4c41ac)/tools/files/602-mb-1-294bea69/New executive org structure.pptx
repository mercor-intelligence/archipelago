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A682E7-EA8A-4CF2-8BF1-DB77BFA9BE1A}" v="11" dt="2026-02-11T02:00:08.3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ł Bartłomiejczyk" userId="7e6776f88022f5b7" providerId="LiveId" clId="{E85C2F21-BBFB-4282-96D5-2840ADBA20AC}"/>
    <pc:docChg chg="undo custSel modSld">
      <pc:chgData name="Michał Bartłomiejczyk" userId="7e6776f88022f5b7" providerId="LiveId" clId="{E85C2F21-BBFB-4282-96D5-2840ADBA20AC}" dt="2026-02-11T02:00:35.682" v="58" actId="20577"/>
      <pc:docMkLst>
        <pc:docMk/>
      </pc:docMkLst>
      <pc:sldChg chg="addSp delSp modSp mod">
        <pc:chgData name="Michał Bartłomiejczyk" userId="7e6776f88022f5b7" providerId="LiveId" clId="{E85C2F21-BBFB-4282-96D5-2840ADBA20AC}" dt="2026-02-11T02:00:35.682" v="58" actId="20577"/>
        <pc:sldMkLst>
          <pc:docMk/>
          <pc:sldMk cId="3393043911" sldId="262"/>
        </pc:sldMkLst>
        <pc:spChg chg="mod">
          <ac:chgData name="Michał Bartłomiejczyk" userId="7e6776f88022f5b7" providerId="LiveId" clId="{E85C2F21-BBFB-4282-96D5-2840ADBA20AC}" dt="2026-02-11T01:58:50.680" v="11" actId="20577"/>
          <ac:spMkLst>
            <pc:docMk/>
            <pc:sldMk cId="3393043911" sldId="262"/>
            <ac:spMk id="3" creationId="{CC60E6FF-8A5B-828B-69A9-6DD324402CEC}"/>
          </ac:spMkLst>
        </pc:spChg>
        <pc:spChg chg="mod">
          <ac:chgData name="Michał Bartłomiejczyk" userId="7e6776f88022f5b7" providerId="LiveId" clId="{E85C2F21-BBFB-4282-96D5-2840ADBA20AC}" dt="2026-02-11T01:58:32.094" v="2" actId="20577"/>
          <ac:spMkLst>
            <pc:docMk/>
            <pc:sldMk cId="3393043911" sldId="262"/>
            <ac:spMk id="4" creationId="{EC570598-9472-E1E3-A793-BFFDA9C10B28}"/>
          </ac:spMkLst>
        </pc:spChg>
        <pc:spChg chg="mod">
          <ac:chgData name="Michał Bartłomiejczyk" userId="7e6776f88022f5b7" providerId="LiveId" clId="{E85C2F21-BBFB-4282-96D5-2840ADBA20AC}" dt="2026-02-11T01:58:41.383" v="6" actId="1076"/>
          <ac:spMkLst>
            <pc:docMk/>
            <pc:sldMk cId="3393043911" sldId="262"/>
            <ac:spMk id="6" creationId="{82D3DEC3-C500-9409-C567-22E989F5E64F}"/>
          </ac:spMkLst>
        </pc:spChg>
        <pc:spChg chg="add mod">
          <ac:chgData name="Michał Bartłomiejczyk" userId="7e6776f88022f5b7" providerId="LiveId" clId="{E85C2F21-BBFB-4282-96D5-2840ADBA20AC}" dt="2026-02-11T01:58:56.823" v="16" actId="20577"/>
          <ac:spMkLst>
            <pc:docMk/>
            <pc:sldMk cId="3393043911" sldId="262"/>
            <ac:spMk id="19" creationId="{81789B69-0BB5-76C8-1742-59BC7B48A761}"/>
          </ac:spMkLst>
        </pc:spChg>
        <pc:spChg chg="add mod">
          <ac:chgData name="Michał Bartłomiejczyk" userId="7e6776f88022f5b7" providerId="LiveId" clId="{E85C2F21-BBFB-4282-96D5-2840ADBA20AC}" dt="2026-02-11T01:59:08.615" v="20" actId="20577"/>
          <ac:spMkLst>
            <pc:docMk/>
            <pc:sldMk cId="3393043911" sldId="262"/>
            <ac:spMk id="20" creationId="{9A449A1B-BD87-65B5-2920-E52BC481E1BC}"/>
          </ac:spMkLst>
        </pc:spChg>
        <pc:spChg chg="add mod">
          <ac:chgData name="Michał Bartłomiejczyk" userId="7e6776f88022f5b7" providerId="LiveId" clId="{E85C2F21-BBFB-4282-96D5-2840ADBA20AC}" dt="2026-02-11T01:59:14.112" v="24" actId="20577"/>
          <ac:spMkLst>
            <pc:docMk/>
            <pc:sldMk cId="3393043911" sldId="262"/>
            <ac:spMk id="21" creationId="{7106C4CA-1937-1CCC-6D21-2C56ABD89C2C}"/>
          </ac:spMkLst>
        </pc:spChg>
        <pc:spChg chg="del">
          <ac:chgData name="Michał Bartłomiejczyk" userId="7e6776f88022f5b7" providerId="LiveId" clId="{E85C2F21-BBFB-4282-96D5-2840ADBA20AC}" dt="2026-02-11T02:00:12.389" v="42" actId="478"/>
          <ac:spMkLst>
            <pc:docMk/>
            <pc:sldMk cId="3393043911" sldId="262"/>
            <ac:spMk id="30" creationId="{3222921B-684E-16E8-2FE3-6EB0DD4F8840}"/>
          </ac:spMkLst>
        </pc:spChg>
        <pc:spChg chg="del">
          <ac:chgData name="Michał Bartłomiejczyk" userId="7e6776f88022f5b7" providerId="LiveId" clId="{E85C2F21-BBFB-4282-96D5-2840ADBA20AC}" dt="2026-02-11T02:00:12.389" v="42" actId="478"/>
          <ac:spMkLst>
            <pc:docMk/>
            <pc:sldMk cId="3393043911" sldId="262"/>
            <ac:spMk id="31" creationId="{78B86204-D3A6-A352-A5E6-8940D83EBEBA}"/>
          </ac:spMkLst>
        </pc:spChg>
        <pc:spChg chg="del">
          <ac:chgData name="Michał Bartłomiejczyk" userId="7e6776f88022f5b7" providerId="LiveId" clId="{E85C2F21-BBFB-4282-96D5-2840ADBA20AC}" dt="2026-02-11T02:00:12.389" v="42" actId="478"/>
          <ac:spMkLst>
            <pc:docMk/>
            <pc:sldMk cId="3393043911" sldId="262"/>
            <ac:spMk id="33" creationId="{CB44123A-8E0A-6585-2643-BFD66B0C1F12}"/>
          </ac:spMkLst>
        </pc:spChg>
        <pc:spChg chg="del">
          <ac:chgData name="Michał Bartłomiejczyk" userId="7e6776f88022f5b7" providerId="LiveId" clId="{E85C2F21-BBFB-4282-96D5-2840ADBA20AC}" dt="2026-02-11T02:00:12.389" v="42" actId="478"/>
          <ac:spMkLst>
            <pc:docMk/>
            <pc:sldMk cId="3393043911" sldId="262"/>
            <ac:spMk id="34" creationId="{EE87AB38-A802-1043-B458-58CBD7CDDDE1}"/>
          </ac:spMkLst>
        </pc:spChg>
        <pc:spChg chg="add mod">
          <ac:chgData name="Michał Bartłomiejczyk" userId="7e6776f88022f5b7" providerId="LiveId" clId="{E85C2F21-BBFB-4282-96D5-2840ADBA20AC}" dt="2026-02-11T01:59:58.581" v="35" actId="571"/>
          <ac:spMkLst>
            <pc:docMk/>
            <pc:sldMk cId="3393043911" sldId="262"/>
            <ac:spMk id="39" creationId="{A6FD4EA5-91B5-53C6-1536-5924A3FC5AB6}"/>
          </ac:spMkLst>
        </pc:spChg>
        <pc:spChg chg="add mod">
          <ac:chgData name="Michał Bartłomiejczyk" userId="7e6776f88022f5b7" providerId="LiveId" clId="{E85C2F21-BBFB-4282-96D5-2840ADBA20AC}" dt="2026-02-11T02:00:23.572" v="50" actId="20577"/>
          <ac:spMkLst>
            <pc:docMk/>
            <pc:sldMk cId="3393043911" sldId="262"/>
            <ac:spMk id="41" creationId="{9E8F6B29-5DF2-AF73-7BCF-25643FF58CAE}"/>
          </ac:spMkLst>
        </pc:spChg>
        <pc:spChg chg="add mod">
          <ac:chgData name="Michał Bartłomiejczyk" userId="7e6776f88022f5b7" providerId="LiveId" clId="{E85C2F21-BBFB-4282-96D5-2840ADBA20AC}" dt="2026-02-11T02:00:24.387" v="51" actId="20577"/>
          <ac:spMkLst>
            <pc:docMk/>
            <pc:sldMk cId="3393043911" sldId="262"/>
            <ac:spMk id="42" creationId="{22E05B53-5893-DF06-5BDD-7606B2D762C2}"/>
          </ac:spMkLst>
        </pc:spChg>
        <pc:spChg chg="add mod">
          <ac:chgData name="Michał Bartłomiejczyk" userId="7e6776f88022f5b7" providerId="LiveId" clId="{E85C2F21-BBFB-4282-96D5-2840ADBA20AC}" dt="2026-02-11T02:00:26.380" v="52" actId="20577"/>
          <ac:spMkLst>
            <pc:docMk/>
            <pc:sldMk cId="3393043911" sldId="262"/>
            <ac:spMk id="44" creationId="{274877B8-780E-1D2D-C468-9D136773E0B9}"/>
          </ac:spMkLst>
        </pc:spChg>
        <pc:spChg chg="add mod">
          <ac:chgData name="Michał Bartłomiejczyk" userId="7e6776f88022f5b7" providerId="LiveId" clId="{E85C2F21-BBFB-4282-96D5-2840ADBA20AC}" dt="2026-02-11T02:00:35.682" v="58" actId="20577"/>
          <ac:spMkLst>
            <pc:docMk/>
            <pc:sldMk cId="3393043911" sldId="262"/>
            <ac:spMk id="45" creationId="{416EE230-0329-16F5-A61B-0859AB274611}"/>
          </ac:spMkLst>
        </pc:spChg>
        <pc:spChg chg="del">
          <ac:chgData name="Michał Bartłomiejczyk" userId="7e6776f88022f5b7" providerId="LiveId" clId="{E85C2F21-BBFB-4282-96D5-2840ADBA20AC}" dt="2026-02-11T02:00:12.389" v="42" actId="478"/>
          <ac:spMkLst>
            <pc:docMk/>
            <pc:sldMk cId="3393043911" sldId="262"/>
            <ac:spMk id="63" creationId="{9431D42F-6C9F-224B-CFF4-CD6C0F2F3E10}"/>
          </ac:spMkLst>
        </pc:spChg>
        <pc:spChg chg="del">
          <ac:chgData name="Michał Bartłomiejczyk" userId="7e6776f88022f5b7" providerId="LiveId" clId="{E85C2F21-BBFB-4282-96D5-2840ADBA20AC}" dt="2026-02-11T02:00:12.389" v="42" actId="478"/>
          <ac:spMkLst>
            <pc:docMk/>
            <pc:sldMk cId="3393043911" sldId="262"/>
            <ac:spMk id="64" creationId="{AACC8284-3602-39C5-CB06-DD6448F20F63}"/>
          </ac:spMkLst>
        </pc:spChg>
        <pc:spChg chg="del">
          <ac:chgData name="Michał Bartłomiejczyk" userId="7e6776f88022f5b7" providerId="LiveId" clId="{E85C2F21-BBFB-4282-96D5-2840ADBA20AC}" dt="2026-02-11T02:00:12.389" v="42" actId="478"/>
          <ac:spMkLst>
            <pc:docMk/>
            <pc:sldMk cId="3393043911" sldId="262"/>
            <ac:spMk id="65" creationId="{99455D79-380B-49B3-F940-1F626A31E4DC}"/>
          </ac:spMkLst>
        </pc:spChg>
        <pc:spChg chg="del">
          <ac:chgData name="Michał Bartłomiejczyk" userId="7e6776f88022f5b7" providerId="LiveId" clId="{E85C2F21-BBFB-4282-96D5-2840ADBA20AC}" dt="2026-02-11T02:00:12.389" v="42" actId="478"/>
          <ac:spMkLst>
            <pc:docMk/>
            <pc:sldMk cId="3393043911" sldId="262"/>
            <ac:spMk id="66" creationId="{2D3DD8A9-A19A-34AE-B090-B4BD520281D2}"/>
          </ac:spMkLst>
        </pc:spChg>
        <pc:spChg chg="del">
          <ac:chgData name="Michał Bartłomiejczyk" userId="7e6776f88022f5b7" providerId="LiveId" clId="{E85C2F21-BBFB-4282-96D5-2840ADBA20AC}" dt="2026-02-11T02:00:12.389" v="42" actId="478"/>
          <ac:spMkLst>
            <pc:docMk/>
            <pc:sldMk cId="3393043911" sldId="262"/>
            <ac:spMk id="67" creationId="{F8FB65B7-7743-303C-7027-6F3558D50A43}"/>
          </ac:spMkLst>
        </pc:spChg>
        <pc:spChg chg="del">
          <ac:chgData name="Michał Bartłomiejczyk" userId="7e6776f88022f5b7" providerId="LiveId" clId="{E85C2F21-BBFB-4282-96D5-2840ADBA20AC}" dt="2026-02-11T02:00:12.389" v="42" actId="478"/>
          <ac:spMkLst>
            <pc:docMk/>
            <pc:sldMk cId="3393043911" sldId="262"/>
            <ac:spMk id="68" creationId="{67E96F8D-D7C8-5D0A-4DED-93453DAD81D4}"/>
          </ac:spMkLst>
        </pc:spChg>
        <pc:cxnChg chg="mod">
          <ac:chgData name="Michał Bartłomiejczyk" userId="7e6776f88022f5b7" providerId="LiveId" clId="{E85C2F21-BBFB-4282-96D5-2840ADBA20AC}" dt="2026-02-11T01:58:41.383" v="6" actId="1076"/>
          <ac:cxnSpMkLst>
            <pc:docMk/>
            <pc:sldMk cId="3393043911" sldId="262"/>
            <ac:cxnSpMk id="5" creationId="{8E854C5B-7890-4DB9-AFEE-A4046D97BC36}"/>
          </ac:cxnSpMkLst>
        </pc:cxnChg>
        <pc:cxnChg chg="mod">
          <ac:chgData name="Michał Bartłomiejczyk" userId="7e6776f88022f5b7" providerId="LiveId" clId="{E85C2F21-BBFB-4282-96D5-2840ADBA20AC}" dt="2026-02-11T01:59:38.926" v="28" actId="14100"/>
          <ac:cxnSpMkLst>
            <pc:docMk/>
            <pc:sldMk cId="3393043911" sldId="262"/>
            <ac:cxnSpMk id="8" creationId="{F669F30F-FADF-26C5-FA42-6A5055CB8596}"/>
          </ac:cxnSpMkLst>
        </pc:cxnChg>
        <pc:cxnChg chg="add mod">
          <ac:chgData name="Michał Bartłomiejczyk" userId="7e6776f88022f5b7" providerId="LiveId" clId="{E85C2F21-BBFB-4282-96D5-2840ADBA20AC}" dt="2026-02-11T01:59:36.094" v="27" actId="14100"/>
          <ac:cxnSpMkLst>
            <pc:docMk/>
            <pc:sldMk cId="3393043911" sldId="262"/>
            <ac:cxnSpMk id="22" creationId="{B2F21060-C3AB-B54B-D6C0-FD93679A5083}"/>
          </ac:cxnSpMkLst>
        </pc:cxnChg>
        <pc:cxnChg chg="add mod">
          <ac:chgData name="Michał Bartłomiejczyk" userId="7e6776f88022f5b7" providerId="LiveId" clId="{E85C2F21-BBFB-4282-96D5-2840ADBA20AC}" dt="2026-02-11T01:59:46.025" v="31" actId="14100"/>
          <ac:cxnSpMkLst>
            <pc:docMk/>
            <pc:sldMk cId="3393043911" sldId="262"/>
            <ac:cxnSpMk id="26" creationId="{90536F90-E1C9-9F49-7704-46CED041D662}"/>
          </ac:cxnSpMkLst>
        </pc:cxnChg>
        <pc:cxnChg chg="add mod">
          <ac:chgData name="Michał Bartłomiejczyk" userId="7e6776f88022f5b7" providerId="LiveId" clId="{E85C2F21-BBFB-4282-96D5-2840ADBA20AC}" dt="2026-02-11T01:59:52.417" v="34" actId="14100"/>
          <ac:cxnSpMkLst>
            <pc:docMk/>
            <pc:sldMk cId="3393043911" sldId="262"/>
            <ac:cxnSpMk id="29" creationId="{430A99FD-090B-991F-69B3-F9E417656EA5}"/>
          </ac:cxnSpMkLst>
        </pc:cxnChg>
        <pc:cxnChg chg="del mod">
          <ac:chgData name="Michał Bartłomiejczyk" userId="7e6776f88022f5b7" providerId="LiveId" clId="{E85C2F21-BBFB-4282-96D5-2840ADBA20AC}" dt="2026-02-11T02:00:19.240" v="49" actId="478"/>
          <ac:cxnSpMkLst>
            <pc:docMk/>
            <pc:sldMk cId="3393043911" sldId="262"/>
            <ac:cxnSpMk id="37" creationId="{548A933E-5D39-5F76-CAA4-55BF77642E19}"/>
          </ac:cxnSpMkLst>
        </pc:cxnChg>
        <pc:cxnChg chg="del mod">
          <ac:chgData name="Michał Bartłomiejczyk" userId="7e6776f88022f5b7" providerId="LiveId" clId="{E85C2F21-BBFB-4282-96D5-2840ADBA20AC}" dt="2026-02-11T02:00:18.303" v="48" actId="478"/>
          <ac:cxnSpMkLst>
            <pc:docMk/>
            <pc:sldMk cId="3393043911" sldId="262"/>
            <ac:cxnSpMk id="40" creationId="{C5DF7D93-9BD4-081F-6206-972F333FCF50}"/>
          </ac:cxnSpMkLst>
        </pc:cxnChg>
        <pc:cxnChg chg="del mod">
          <ac:chgData name="Michał Bartłomiejczyk" userId="7e6776f88022f5b7" providerId="LiveId" clId="{E85C2F21-BBFB-4282-96D5-2840ADBA20AC}" dt="2026-02-11T02:00:17.730" v="47" actId="478"/>
          <ac:cxnSpMkLst>
            <pc:docMk/>
            <pc:sldMk cId="3393043911" sldId="262"/>
            <ac:cxnSpMk id="43" creationId="{002D2E91-0A09-21DF-DB69-67E9F8F47153}"/>
          </ac:cxnSpMkLst>
        </pc:cxnChg>
        <pc:cxnChg chg="del mod">
          <ac:chgData name="Michał Bartłomiejczyk" userId="7e6776f88022f5b7" providerId="LiveId" clId="{E85C2F21-BBFB-4282-96D5-2840ADBA20AC}" dt="2026-02-11T02:00:17.266" v="45" actId="478"/>
          <ac:cxnSpMkLst>
            <pc:docMk/>
            <pc:sldMk cId="3393043911" sldId="262"/>
            <ac:cxnSpMk id="46" creationId="{89A73657-F355-35A6-DD81-F865A587AC59}"/>
          </ac:cxnSpMkLst>
        </pc:cxnChg>
        <pc:cxnChg chg="del mod">
          <ac:chgData name="Michał Bartłomiejczyk" userId="7e6776f88022f5b7" providerId="LiveId" clId="{E85C2F21-BBFB-4282-96D5-2840ADBA20AC}" dt="2026-02-11T02:00:16.757" v="44" actId="478"/>
          <ac:cxnSpMkLst>
            <pc:docMk/>
            <pc:sldMk cId="3393043911" sldId="262"/>
            <ac:cxnSpMk id="49" creationId="{2C7569BA-6573-28B9-1990-80DDF7F5DA50}"/>
          </ac:cxnSpMkLst>
        </pc:cxnChg>
        <pc:cxnChg chg="del mod">
          <ac:chgData name="Michał Bartłomiejczyk" userId="7e6776f88022f5b7" providerId="LiveId" clId="{E85C2F21-BBFB-4282-96D5-2840ADBA20AC}" dt="2026-02-11T02:00:14.608" v="43" actId="478"/>
          <ac:cxnSpMkLst>
            <pc:docMk/>
            <pc:sldMk cId="3393043911" sldId="262"/>
            <ac:cxnSpMk id="53" creationId="{D8C15C05-2377-DDAB-35B0-27E3C0AD697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49AD0-6E46-2BE1-264C-96B4FCF30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D9E87-1E97-4D4E-2CA5-582CA0673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18F21-CD80-73BD-FA36-FBE0960D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1CA24-AF4F-8020-218C-57570AF4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B09B2-8E34-3FCD-645C-B1A6BB06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0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C569-649C-D1C7-A3CE-DEA296451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DAEA3-BAB1-1D34-796E-587E3CD59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70202-6AF7-1959-7A9B-010142A69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5F26F-0888-C2DA-BBC8-4B8560C2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A2755-8F46-C738-21B5-F11CAA40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9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B5D7-ACAA-A914-CB3D-1142FDD9F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1794A-28BE-F3E1-07C2-DC8B7393C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86EEF-E4DF-1DCE-5920-5062333F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C4197-F44B-493C-723E-DA161295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96B74-3EAB-228D-E003-61858895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6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2B89-D338-4E83-21D1-97CA04FC3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DA7A8-1239-5BCB-5C9F-3BFBD0853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80D1A-7D5F-A0C9-7EE6-A739ED05B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DE639-CA96-2266-110B-E32EDB42B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2AA90-D56D-1ADB-7A67-D5F53E50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4B134-6843-7D7E-807C-ECD45722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72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F6339-2560-01D3-F2CC-9E09BE2B0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D9DA7-EA8B-77E6-A304-06F1AD89F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CC8D3-0A55-B3BE-0F77-AC1875423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DBC04-F42B-AB27-C8CD-106CF37481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FF639-75F1-3B3F-56C1-62480D9F9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1B6A85-7ADE-E860-A797-095545D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DDEA4F-34D7-3A99-5CF3-76315EC0B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AEB0E-E2A4-016E-4D78-B5CC2A3A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7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7015-D559-1E94-8865-4A85F309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2835D-606C-1CB5-482A-064E8F73B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F0EEC-3725-B5B7-4D44-2747220C8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EDAB5-78D5-FAA5-82A8-ABFF26DC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6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055E89-3FD9-8093-0CA7-0DF83BAD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C92E0-A7FE-678F-2998-0FC7CEEEC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E5A16-A74B-E35A-7AF3-118F474B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89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D1781-45A7-C7BA-3D41-8E9396543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65132-A0DC-4F56-35A7-63E81B95F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EA5ED-7183-5BF7-4859-E4BF9A4F6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DB01B-F701-5390-D3C7-2DF185B3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1420D-60FA-F46A-EB88-997F358F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D8F7E-1D99-ACAC-1CDF-66B44DB1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0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5B9DC-C66F-3EC2-8B9E-0D5EE3CAC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E324FE-1568-C542-D31F-DE35E6A9B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8B094-26C8-C5FD-2CA7-6251706FF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6139E-974E-EDE2-FD52-04E5AF71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B266A-F313-88FE-760B-7EDE4E932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0B279-454C-0AE7-1952-F45DF37B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39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93221-D4D1-F9B6-0DCF-EF0A2AD2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8BCA7-13B4-CDFF-BD2B-A0998349E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16CEE-2E62-8B4A-A743-2774B17E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37C6-BDE2-FAE5-AA26-6BBEBC8A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E4FD3-EEF1-05BD-7875-7B9D40CA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4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A768E-F3A8-7555-146F-F9DD6633D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7C334-CF27-6412-50AA-696E00FDB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86B9F-BCFF-6E2D-15DE-2951AA6E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C3DBE-CEDD-C19A-E75F-B79A443A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292C7-D9E2-1B7E-5AB8-BF7180C1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96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FA2C71-5490-9FD9-35B5-9F1A23D2A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ACADB-2DA0-647C-8E73-ECF8CEBF1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33AF3-DA02-63A4-A9F2-89733BFEE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7C1C4-D1C6-E7C8-2DD2-69A7062CA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5E1DD-2CC5-9D39-AFBC-FA3C316C8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9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2FFB5-E4F7-8115-A1DE-B1AA91989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570598-9472-E1E3-A793-BFFDA9C10B28}"/>
              </a:ext>
            </a:extLst>
          </p:cNvPr>
          <p:cNvSpPr/>
          <p:nvPr/>
        </p:nvSpPr>
        <p:spPr>
          <a:xfrm>
            <a:off x="4542503" y="393290"/>
            <a:ext cx="189762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CEO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8E854C5B-7890-4DB9-AFEE-A4046D97BC3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3178892" y="-548764"/>
            <a:ext cx="573959" cy="405089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2D3DEC3-C500-9409-C567-22E989F5E64F}"/>
              </a:ext>
            </a:extLst>
          </p:cNvPr>
          <p:cNvSpPr/>
          <p:nvPr/>
        </p:nvSpPr>
        <p:spPr>
          <a:xfrm>
            <a:off x="675967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CFO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F669F30F-FADF-26C5-FA42-6A5055CB8596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 rot="5400000">
            <a:off x="4336641" y="608985"/>
            <a:ext cx="573959" cy="173539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C60E6FF-8A5B-828B-69A9-6DD324402CEC}"/>
              </a:ext>
            </a:extLst>
          </p:cNvPr>
          <p:cNvSpPr/>
          <p:nvPr/>
        </p:nvSpPr>
        <p:spPr>
          <a:xfrm>
            <a:off x="2991466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CHRO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7B84D4A-DFB3-5F78-66DC-04BB74E21E27}"/>
              </a:ext>
            </a:extLst>
          </p:cNvPr>
          <p:cNvSpPr/>
          <p:nvPr/>
        </p:nvSpPr>
        <p:spPr>
          <a:xfrm>
            <a:off x="9089922" y="393290"/>
            <a:ext cx="469491" cy="294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60A3E6-8253-F840-1FAB-0E8052907B82}"/>
              </a:ext>
            </a:extLst>
          </p:cNvPr>
          <p:cNvSpPr txBox="1"/>
          <p:nvPr/>
        </p:nvSpPr>
        <p:spPr>
          <a:xfrm>
            <a:off x="9559413" y="393290"/>
            <a:ext cx="2456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Team size (excluding the manager)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789B69-0BB5-76C8-1742-59BC7B48A761}"/>
              </a:ext>
            </a:extLst>
          </p:cNvPr>
          <p:cNvSpPr/>
          <p:nvPr/>
        </p:nvSpPr>
        <p:spPr>
          <a:xfrm>
            <a:off x="4836244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449A1B-BD87-65B5-2920-E52BC481E1BC}"/>
              </a:ext>
            </a:extLst>
          </p:cNvPr>
          <p:cNvSpPr/>
          <p:nvPr/>
        </p:nvSpPr>
        <p:spPr>
          <a:xfrm>
            <a:off x="6796548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06C4CA-1937-1CCC-6D21-2C56ABD89C2C}"/>
              </a:ext>
            </a:extLst>
          </p:cNvPr>
          <p:cNvSpPr/>
          <p:nvPr/>
        </p:nvSpPr>
        <p:spPr>
          <a:xfrm>
            <a:off x="8707694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CIO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2F21060-C3AB-B54B-D6C0-FD93679A5083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 rot="16200000" flipH="1">
            <a:off x="5259030" y="1421988"/>
            <a:ext cx="573959" cy="10938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0536F90-E1C9-9F49-7704-46CED041D662}"/>
              </a:ext>
            </a:extLst>
          </p:cNvPr>
          <p:cNvCxnSpPr>
            <a:cxnSpLocks/>
            <a:stCxn id="4" idx="2"/>
            <a:endCxn id="20" idx="0"/>
          </p:cNvCxnSpPr>
          <p:nvPr/>
        </p:nvCxnSpPr>
        <p:spPr>
          <a:xfrm rot="16200000" flipH="1">
            <a:off x="6239182" y="441836"/>
            <a:ext cx="573959" cy="206969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430A99FD-090B-991F-69B3-F9E417656EA5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>
          <a:xfrm rot="16200000" flipH="1">
            <a:off x="7194755" y="-513737"/>
            <a:ext cx="573959" cy="398083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6FD4EA5-91B5-53C6-1536-5924A3FC5AB6}"/>
              </a:ext>
            </a:extLst>
          </p:cNvPr>
          <p:cNvSpPr/>
          <p:nvPr/>
        </p:nvSpPr>
        <p:spPr>
          <a:xfrm>
            <a:off x="1949245" y="2373262"/>
            <a:ext cx="469491" cy="294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E8F6B29-5DF2-AF73-7BCF-25643FF58CAE}"/>
              </a:ext>
            </a:extLst>
          </p:cNvPr>
          <p:cNvSpPr/>
          <p:nvPr/>
        </p:nvSpPr>
        <p:spPr>
          <a:xfrm>
            <a:off x="4160274" y="2373262"/>
            <a:ext cx="469491" cy="294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2E05B53-5893-DF06-5BDD-7606B2D762C2}"/>
              </a:ext>
            </a:extLst>
          </p:cNvPr>
          <p:cNvSpPr/>
          <p:nvPr/>
        </p:nvSpPr>
        <p:spPr>
          <a:xfrm>
            <a:off x="5981702" y="2373262"/>
            <a:ext cx="469491" cy="294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74877B8-780E-1D2D-C468-9D136773E0B9}"/>
              </a:ext>
            </a:extLst>
          </p:cNvPr>
          <p:cNvSpPr/>
          <p:nvPr/>
        </p:nvSpPr>
        <p:spPr>
          <a:xfrm>
            <a:off x="8101783" y="2373262"/>
            <a:ext cx="469491" cy="294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16EE230-0329-16F5-A61B-0859AB274611}"/>
              </a:ext>
            </a:extLst>
          </p:cNvPr>
          <p:cNvSpPr/>
          <p:nvPr/>
        </p:nvSpPr>
        <p:spPr>
          <a:xfrm>
            <a:off x="9831032" y="2373262"/>
            <a:ext cx="469491" cy="294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93043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19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Michał Bartłomiejczyk</dc:creator>
  <cp:lastModifiedBy>Michał Bartłomiejczyk</cp:lastModifiedBy>
  <cp:revision>2</cp:revision>
  <dcterms:created xsi:type="dcterms:W3CDTF">2026-02-10T00:04:09Z</dcterms:created>
  <dcterms:modified xsi:type="dcterms:W3CDTF">2026-02-11T02:00:37Z</dcterms:modified>
</cp:coreProperties>
</file>