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0"/>
  </p:normalViewPr>
  <p:slideViewPr>
    <p:cSldViewPr snapToGrid="0" snapToObjects="1">
      <p:cViewPr>
        <p:scale>
          <a:sx n="143" d="100"/>
          <a:sy n="143" d="100"/>
        </p:scale>
        <p:origin x="-440" y="-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package" Target="../embeddings/Microsoft_Excel_Worksheet.xlsx"/><Relationship Id="rId1" Type="http://schemas.openxmlformats.org/officeDocument/2006/relationships/image" Target="../media/image1.emf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Tenure Score</c:v>
                </c:pt>
              </c:strCache>
            </c:strRef>
          </c:tx>
          <c:spPr>
            <a:blipFill>
              <a:blip xmlns:r="http://schemas.openxmlformats.org/officeDocument/2006/relationships" r:embed="rId1"/>
              <a:stretch>
                <a:fillRect/>
              </a:stretch>
            </a:blipFill>
          </c:spPr>
          <c:invertIfNegative val="1"/>
          <c:cat>
            <c:strRef>
              <c:f>Sheet1!$A$2:$A$7</c:f>
              <c:strCache>
                <c:ptCount val="6"/>
                <c:pt idx="0">
                  <c:v>&lt; 1 year</c:v>
                </c:pt>
                <c:pt idx="1">
                  <c:v>1–2 years</c:v>
                </c:pt>
                <c:pt idx="2">
                  <c:v>2–4 years (Optimal)</c:v>
                </c:pt>
                <c:pt idx="3">
                  <c:v>4–6 years</c:v>
                </c:pt>
                <c:pt idx="4">
                  <c:v>6–8 years</c:v>
                </c:pt>
                <c:pt idx="5">
                  <c:v>&gt; 8 years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E9-E641-BEFB-AD08FEFB5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</c:scaling>
        <c:delete val="0"/>
        <c:axPos val="l"/>
        <c:majorGridlines/>
        <c:min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2">
    <c:autoUpdate val="0"/>
  </c:externalData>
  <c:userShapes r:id="rId3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0.57277</cdr:x>
      <cdr:y>0.42702</cdr:y>
    </cdr:from>
    <cdr:to>
      <cdr:x>0.62822</cdr:x>
      <cdr:y>0.80638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AD36D7A4-C3EA-D332-AF2F-0865CBEF83B4}"/>
            </a:ext>
          </a:extLst>
        </cdr:cNvPr>
        <cdr:cNvSpPr/>
      </cdr:nvSpPr>
      <cdr:spPr>
        <a:xfrm xmlns:a="http://schemas.openxmlformats.org/drawingml/2006/main">
          <a:off x="4189892" y="1757083"/>
          <a:ext cx="405627" cy="1561002"/>
        </a:xfrm>
        <a:prstGeom xmlns:a="http://schemas.openxmlformats.org/drawingml/2006/main" prst="rect">
          <a:avLst/>
        </a:prstGeom>
        <a:solidFill xmlns:a="http://schemas.openxmlformats.org/drawingml/2006/main">
          <a:schemeClr val="tx2"/>
        </a:solidFill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dirty="0"/>
        </a:p>
      </cdr:txBody>
    </cdr:sp>
  </cdr:relSizeAnchor>
  <cdr:relSizeAnchor xmlns:cdr="http://schemas.openxmlformats.org/drawingml/2006/chartDrawing">
    <cdr:from>
      <cdr:x>0.13499</cdr:x>
      <cdr:y>0.64924</cdr:y>
    </cdr:from>
    <cdr:to>
      <cdr:x>0.19567</cdr:x>
      <cdr:y>0.80448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F8D05711-FD18-AAFF-ACA3-9C387AFE1E11}"/>
            </a:ext>
          </a:extLst>
        </cdr:cNvPr>
        <cdr:cNvSpPr/>
      </cdr:nvSpPr>
      <cdr:spPr>
        <a:xfrm xmlns:a="http://schemas.openxmlformats.org/drawingml/2006/main">
          <a:off x="987471" y="2671483"/>
          <a:ext cx="443886" cy="638781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6"/>
        </a:solidFill>
        <a:ln xmlns:a="http://schemas.openxmlformats.org/drawingml/2006/main">
          <a:solidFill>
            <a:schemeClr val="accent6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0.72963</cdr:x>
      <cdr:y>0.59422</cdr:y>
    </cdr:from>
    <cdr:to>
      <cdr:x>0.78508</cdr:x>
      <cdr:y>0.80638</cdr:y>
    </cdr:to>
    <cdr:sp macro="" textlink="">
      <cdr:nvSpPr>
        <cdr:cNvPr id="4" name="Rectangle 3">
          <a:extLst xmlns:a="http://schemas.openxmlformats.org/drawingml/2006/main">
            <a:ext uri="{FF2B5EF4-FFF2-40B4-BE49-F238E27FC236}">
              <a16:creationId xmlns:a16="http://schemas.microsoft.com/office/drawing/2014/main" id="{526617AA-FB59-08F2-1624-1DF620C7682F}"/>
            </a:ext>
          </a:extLst>
        </cdr:cNvPr>
        <cdr:cNvSpPr/>
      </cdr:nvSpPr>
      <cdr:spPr>
        <a:xfrm xmlns:a="http://schemas.openxmlformats.org/drawingml/2006/main">
          <a:off x="5337376" y="2445088"/>
          <a:ext cx="405628" cy="872996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1"/>
        </a:solidFill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0.87366</cdr:x>
      <cdr:y>0.70152</cdr:y>
    </cdr:from>
    <cdr:to>
      <cdr:x>0.93434</cdr:x>
      <cdr:y>0.80638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E2346D0A-FC67-362A-BB0D-60AB65F6D787}"/>
            </a:ext>
          </a:extLst>
        </cdr:cNvPr>
        <cdr:cNvSpPr/>
      </cdr:nvSpPr>
      <cdr:spPr>
        <a:xfrm xmlns:a="http://schemas.openxmlformats.org/drawingml/2006/main">
          <a:off x="6391022" y="2886635"/>
          <a:ext cx="443886" cy="431449"/>
        </a:xfrm>
        <a:prstGeom xmlns:a="http://schemas.openxmlformats.org/drawingml/2006/main" prst="rect">
          <a:avLst/>
        </a:prstGeom>
        <a:solidFill xmlns:a="http://schemas.openxmlformats.org/drawingml/2006/main">
          <a:srgbClr val="7030A0"/>
        </a:solidFill>
        <a:ln xmlns:a="http://schemas.openxmlformats.org/drawingml/2006/main">
          <a:solidFill>
            <a:schemeClr val="accent3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Simplified Tenure Fit Scoring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829347"/>
              </p:ext>
            </p:extLst>
          </p:nvPr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2346D0A-FC67-362A-BB0D-60AB65F6D787}"/>
              </a:ext>
            </a:extLst>
          </p:cNvPr>
          <p:cNvSpPr/>
          <p:nvPr/>
        </p:nvSpPr>
        <p:spPr>
          <a:xfrm>
            <a:off x="2888810" y="2483225"/>
            <a:ext cx="443886" cy="22064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605AC1-71D3-B044-DA1A-262DA1D308EC}"/>
              </a:ext>
            </a:extLst>
          </p:cNvPr>
          <p:cNvSpPr/>
          <p:nvPr/>
        </p:nvSpPr>
        <p:spPr>
          <a:xfrm>
            <a:off x="4045258" y="2922493"/>
            <a:ext cx="443886" cy="176719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6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GARG Rajat</cp:lastModifiedBy>
  <cp:revision>10</cp:revision>
  <dcterms:created xsi:type="dcterms:W3CDTF">2013-01-27T09:14:16Z</dcterms:created>
  <dcterms:modified xsi:type="dcterms:W3CDTF">2026-02-05T22:34:04Z</dcterms:modified>
  <cp:category/>
</cp:coreProperties>
</file>